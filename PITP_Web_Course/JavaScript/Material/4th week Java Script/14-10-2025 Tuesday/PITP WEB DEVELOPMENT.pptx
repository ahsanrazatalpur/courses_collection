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7C43-13F7-EAAC-772B-B0EDF0F16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7E494-2550-B279-8FE4-D8EDF208C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52760-32CA-0404-04FC-8788661C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F2CF5-048F-5495-F2DD-D28AB221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47B9B-14A6-73EF-3590-CD9468E7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2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D7F6-57CF-5FC2-69FC-54BC8609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65913-7574-5AAF-E2F6-DE5644023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F7947-2968-0FB7-CB08-BAC69BE1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B6BA3-3C1B-614C-5A9E-6D99247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897E1-AA48-C3B1-5144-5C930997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1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DE3A-32BF-4EBD-BAC9-BBD14061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16B0-5534-D95B-D830-36CDE7BCA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88448-9B98-568A-D17C-19A00297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B7806-5C78-C35E-DB9A-9BBD0150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4DA15-6AE8-87CC-370F-B8020662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19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D7101-7C7A-668E-FA67-776D17C78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7121D-F597-DBFA-B218-7A5348A89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99BD3-EB8D-A77E-44E9-85F43E24F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B93E3-E597-1802-F696-034F5B34E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B64D2-8F5B-282B-E1A4-A3AF1311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DF235-E016-C6F9-DCC0-6C1F46C5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2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4768-A619-FDE3-4A90-2FA3C844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D09B2-2952-E477-AC2A-73E2B380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B456F-5069-957E-E9DD-C3B8E969C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C0AFD-A759-02D9-3DE4-E4E7AD2F1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04CF4-C0B6-41F2-CBEB-27C561CED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C6637-7C37-890B-2F52-DB5F0E12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E54774-65FF-C3CF-4126-DBF08CAC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0B53C-2517-31DA-C644-ED52E7B3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6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35C0-AC5C-D980-333D-AB5B6897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86744-CF1F-E2B4-5C22-EA06625C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B41F6-6CD6-C06E-D965-34529397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04445-F9CB-BA06-EB59-BEF9637C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0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BFAAC0-7175-E739-4423-B3FBC8E9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25210-48EA-9917-BC75-06C6415D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F69C2-7AC0-9204-59DC-9DAB94D6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C6CB-9676-6D5E-12B3-AC335CD7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3DCA-A38C-F301-CF4A-31E145A0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273D5-52EF-4A4C-282B-FC1CE501B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04466-02E3-91B6-2692-6A56CDD40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0EE71-1777-4A66-0DCD-B032EAE9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E2650-41B5-5541-4084-B1C2EE44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2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572A-2F56-719B-161E-4682BE05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1D7B8-950F-905E-5274-2B6B55D26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A35D9-71D6-EEAB-3F21-D4AB75519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02229-ADC3-E830-2A9F-E77A255AB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019A1-D603-1F4E-5781-CDF243B7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7F915-7F65-6A2E-E5A1-CB9A5747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81CC-C97B-0D13-6593-8F9B5134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EB2BC-1B9B-E5A1-361B-9BA834E6C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3D269-BC6B-B302-6168-51EB8B38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DF0F0-355E-46BA-C7D3-2822F83D3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80A3F-7DCB-1475-277D-33D5541C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4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B444B0-55C0-50C1-E041-BD07B8FD3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656AE-19B3-0A9E-0EBF-5EC46C0AD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5F4C1-0FBF-8528-276B-186AEB199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A6FB6-2550-C653-4F64-B17B1F78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5C54B-E753-C337-B1DC-00688CDA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8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A3050-76B7-F308-E42E-1F8619EC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9B3B8-10FF-0CC7-7914-2B3626A69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3630A-02E1-D570-96F0-30E2293D0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A1C60-49DA-4B85-A7BC-4263C4BE273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44CE2-7460-BBB1-811C-A94B64792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D1DA0-C07D-7760-A46D-959A2F051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4F282-F2EC-4BDE-8F32-89D7D115D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9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080E-054C-BD63-51CB-B82FC9DD5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PITP WEB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CCF3AF-DFCF-FD48-8E51-850F920BC3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JSON JavaScript Object Notation </a:t>
            </a:r>
          </a:p>
        </p:txBody>
      </p:sp>
    </p:spTree>
    <p:extLst>
      <p:ext uri="{BB962C8B-B14F-4D97-AF65-F5344CB8AC3E}">
        <p14:creationId xmlns:p14="http://schemas.microsoft.com/office/powerpoint/2010/main" val="382779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3D59-3589-6CAC-DCF9-A662859AA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D8844-08B5-D734-A7D7-60E0AE663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JavaScript data is a lightweight data interchange format that is easy to read and write . In Java Script JSON is often used to exchange data between web servers and web applications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JSON Syntax</a:t>
            </a:r>
          </a:p>
          <a:p>
            <a:pPr marL="0" indent="0">
              <a:buNone/>
            </a:pPr>
            <a:r>
              <a:rPr lang="en-US" dirty="0"/>
              <a:t>JSON data is represented as key value pairs, arrays, and objects.</a:t>
            </a:r>
          </a:p>
          <a:p>
            <a:pPr marL="0" indent="0">
              <a:buNone/>
            </a:pPr>
            <a:r>
              <a:rPr lang="en-US" dirty="0"/>
              <a:t>Keys are Strings enclosed in double quotes</a:t>
            </a:r>
          </a:p>
          <a:p>
            <a:pPr marL="0" indent="0">
              <a:buNone/>
            </a:pPr>
            <a:r>
              <a:rPr lang="en-US" dirty="0"/>
              <a:t>Values can be String , numbers,Booleans,arrays, or objects</a:t>
            </a:r>
          </a:p>
          <a:p>
            <a:pPr marL="0" indent="0">
              <a:buNone/>
            </a:pPr>
            <a:r>
              <a:rPr lang="en-US" dirty="0"/>
              <a:t>Array are enclosed in square brackets [].</a:t>
            </a:r>
          </a:p>
          <a:p>
            <a:pPr marL="0" indent="0">
              <a:buNone/>
            </a:pPr>
            <a:r>
              <a:rPr lang="en-US" dirty="0"/>
              <a:t>Objects are enclosed in </a:t>
            </a:r>
            <a:r>
              <a:rPr lang="en-US"/>
              <a:t>curly brackets{}.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89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8665-48B4-9F88-B361-38F1A7D4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JSON object to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8ECB0-A267-90BC-27A4-E67DACF13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has a built in function for converting JSON strings into JavaScript objects: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JSON.parse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JavaScript also has a built in function for converting an object into JSON string:</a:t>
            </a:r>
          </a:p>
          <a:p>
            <a:pPr marL="0" indent="0">
              <a:buNone/>
            </a:pPr>
            <a:r>
              <a:rPr lang="en-US" dirty="0" err="1"/>
              <a:t>JSON.stringify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014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98B0-FEB5-90E4-B193-E8AA5464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0CA44-BC89-1611-D538-4C8FA8F03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JSON syntax is derived from JavaScript object notation syntax:</a:t>
            </a:r>
          </a:p>
          <a:p>
            <a:r>
              <a:rPr lang="en-US" dirty="0"/>
              <a:t>Data is in name/value pairs</a:t>
            </a:r>
          </a:p>
          <a:p>
            <a:r>
              <a:rPr lang="en-US" dirty="0"/>
              <a:t>Data is separated by commas</a:t>
            </a:r>
          </a:p>
          <a:p>
            <a:r>
              <a:rPr lang="en-US" dirty="0"/>
              <a:t>Curly braces hold objects</a:t>
            </a:r>
          </a:p>
          <a:p>
            <a:r>
              <a:rPr lang="en-US" dirty="0"/>
              <a:t>Square brackets hold arrays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729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9F20-8422-D7A0-7839-9A07FB5D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B2069-6281-F42F-1315-F14DE4415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person = {</a:t>
            </a:r>
            <a:r>
              <a:rPr lang="en-US" dirty="0" err="1"/>
              <a:t>name:"John</a:t>
            </a:r>
            <a:r>
              <a:rPr lang="en-US" dirty="0"/>
              <a:t>", age:31, </a:t>
            </a:r>
            <a:r>
              <a:rPr lang="en-US" dirty="0" err="1"/>
              <a:t>city:"New</a:t>
            </a:r>
            <a:r>
              <a:rPr lang="en-US" dirty="0"/>
              <a:t> York"};</a:t>
            </a:r>
          </a:p>
          <a:p>
            <a:pPr marL="0" indent="0">
              <a:buNone/>
            </a:pPr>
            <a:r>
              <a:rPr lang="en-US" dirty="0"/>
              <a:t>person.name;</a:t>
            </a:r>
          </a:p>
          <a:p>
            <a:pPr marL="0" indent="0">
              <a:buNone/>
            </a:pPr>
            <a:r>
              <a:rPr lang="en-US" dirty="0"/>
              <a:t>person["name"];</a:t>
            </a:r>
          </a:p>
          <a:p>
            <a:pPr marL="0" indent="0">
              <a:buNone/>
            </a:pPr>
            <a:r>
              <a:rPr lang="en-US" dirty="0"/>
              <a:t>person.name = "Gilbert";</a:t>
            </a:r>
          </a:p>
          <a:p>
            <a:pPr marL="0" indent="0">
              <a:buNone/>
            </a:pPr>
            <a:r>
              <a:rPr lang="en-US" dirty="0"/>
              <a:t>person["name"] = "Gilbert";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993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4D3C-A7CE-FCD1-E023-D58A5E59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 data type in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81FC-F4BB-C1EC-6AB4-5BA4B0CD2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JSON, values must be one of the following data types:</a:t>
            </a:r>
          </a:p>
          <a:p>
            <a:r>
              <a:rPr lang="en-US" dirty="0"/>
              <a:t>a string</a:t>
            </a:r>
          </a:p>
          <a:p>
            <a:r>
              <a:rPr lang="en-US" dirty="0"/>
              <a:t>a number</a:t>
            </a:r>
          </a:p>
          <a:p>
            <a:r>
              <a:rPr lang="en-US" dirty="0"/>
              <a:t>an object (JSON object)</a:t>
            </a:r>
          </a:p>
          <a:p>
            <a:r>
              <a:rPr lang="en-US" dirty="0"/>
              <a:t>an array</a:t>
            </a:r>
          </a:p>
          <a:p>
            <a:r>
              <a:rPr lang="en-US" dirty="0"/>
              <a:t>a </a:t>
            </a:r>
            <a:r>
              <a:rPr lang="en-US" dirty="0" err="1"/>
              <a:t>boolean</a:t>
            </a:r>
            <a:endParaRPr lang="en-US" dirty="0"/>
          </a:p>
          <a:p>
            <a:r>
              <a:rPr lang="en-US" i="1" dirty="0"/>
              <a:t>null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74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396A-659C-751D-9A1F-FFAEC817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JSON values cannot be one of the following data types: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378B1-1059-31CD-2F48-CD15AB579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</a:t>
            </a:r>
          </a:p>
          <a:p>
            <a:r>
              <a:rPr lang="en-US" dirty="0"/>
              <a:t>a date</a:t>
            </a:r>
          </a:p>
          <a:p>
            <a:r>
              <a:rPr lang="en-US" i="1" dirty="0"/>
              <a:t>undefined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68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A40A-EFCB-F574-7DFC-B984DDFE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A4DA-4DB8-E250-5B60-CE85E4B51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myObj</a:t>
            </a:r>
            <a:r>
              <a:rPr lang="en-US" dirty="0"/>
              <a:t> = {"</a:t>
            </a:r>
            <a:r>
              <a:rPr lang="en-US" dirty="0" err="1"/>
              <a:t>name":"John</a:t>
            </a:r>
            <a:r>
              <a:rPr lang="en-US" dirty="0"/>
              <a:t>", "age":30, "</a:t>
            </a:r>
            <a:r>
              <a:rPr lang="en-US" dirty="0" err="1"/>
              <a:t>car":null</a:t>
            </a: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myJSON</a:t>
            </a:r>
            <a:r>
              <a:rPr lang="en-US" dirty="0"/>
              <a:t> = '{"</a:t>
            </a:r>
            <a:r>
              <a:rPr lang="en-US" dirty="0" err="1"/>
              <a:t>name":"John</a:t>
            </a:r>
            <a:r>
              <a:rPr lang="en-US" dirty="0"/>
              <a:t>", "age":30, "</a:t>
            </a:r>
            <a:r>
              <a:rPr lang="en-US" dirty="0" err="1"/>
              <a:t>car":null</a:t>
            </a:r>
            <a:r>
              <a:rPr lang="en-US" dirty="0"/>
              <a:t>}';</a:t>
            </a:r>
            <a:br>
              <a:rPr lang="en-US" dirty="0"/>
            </a:br>
            <a:r>
              <a:rPr lang="en-US" dirty="0" err="1"/>
              <a:t>myObj</a:t>
            </a:r>
            <a:r>
              <a:rPr lang="en-US" dirty="0"/>
              <a:t> = </a:t>
            </a:r>
            <a:r>
              <a:rPr lang="en-US" dirty="0" err="1"/>
              <a:t>JSON.parse</a:t>
            </a:r>
            <a:r>
              <a:rPr lang="en-US" dirty="0"/>
              <a:t>(</a:t>
            </a:r>
            <a:r>
              <a:rPr lang="en-US" dirty="0" err="1"/>
              <a:t>myJSON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 </a:t>
            </a:r>
            <a:r>
              <a:rPr lang="en-US" dirty="0" err="1"/>
              <a:t>myJSON</a:t>
            </a:r>
            <a:r>
              <a:rPr lang="en-US" dirty="0"/>
              <a:t> = '{"</a:t>
            </a:r>
            <a:r>
              <a:rPr lang="en-US" dirty="0" err="1"/>
              <a:t>name":"John</a:t>
            </a:r>
            <a:r>
              <a:rPr lang="en-US" dirty="0"/>
              <a:t>", "age":30, "</a:t>
            </a:r>
            <a:r>
              <a:rPr lang="en-US" dirty="0" err="1"/>
              <a:t>car":null</a:t>
            </a:r>
            <a:r>
              <a:rPr lang="en-US" dirty="0"/>
              <a:t>}';</a:t>
            </a:r>
            <a:br>
              <a:rPr lang="en-US" dirty="0"/>
            </a:br>
            <a:r>
              <a:rPr lang="en-US" dirty="0"/>
              <a:t>const </a:t>
            </a:r>
            <a:r>
              <a:rPr lang="en-US" dirty="0" err="1"/>
              <a:t>myObj</a:t>
            </a:r>
            <a:r>
              <a:rPr lang="en-US" dirty="0"/>
              <a:t> = </a:t>
            </a:r>
            <a:r>
              <a:rPr lang="en-US" dirty="0" err="1"/>
              <a:t>JSON.parse</a:t>
            </a:r>
            <a:r>
              <a:rPr lang="en-US" dirty="0"/>
              <a:t>(</a:t>
            </a:r>
            <a:r>
              <a:rPr lang="en-US" dirty="0" err="1"/>
              <a:t>myJSON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x = myObj.name;</a:t>
            </a:r>
          </a:p>
        </p:txBody>
      </p:sp>
    </p:spTree>
    <p:extLst>
      <p:ext uri="{BB962C8B-B14F-4D97-AF65-F5344CB8AC3E}">
        <p14:creationId xmlns:p14="http://schemas.microsoft.com/office/powerpoint/2010/main" val="925206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6449-215E-61AA-2773-C11B5700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F6C06-3961-CC13-A173-40B2F7194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JSON String</a:t>
            </a:r>
          </a:p>
          <a:p>
            <a:pPr marL="0" indent="0">
              <a:buNone/>
            </a:pPr>
            <a:r>
              <a:rPr lang="en-US" dirty="0"/>
              <a:t>{"</a:t>
            </a:r>
            <a:r>
              <a:rPr lang="en-US" dirty="0" err="1"/>
              <a:t>name":"John</a:t>
            </a:r>
            <a:r>
              <a:rPr lang="en-US" dirty="0"/>
              <a:t>"}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JSON Numbers</a:t>
            </a:r>
          </a:p>
          <a:p>
            <a:pPr marL="0" indent="0">
              <a:buNone/>
            </a:pPr>
            <a:r>
              <a:rPr lang="en-US" dirty="0"/>
              <a:t>{"age":30}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JSON Object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"employee":{"</a:t>
            </a:r>
            <a:r>
              <a:rPr lang="en-US" dirty="0" err="1"/>
              <a:t>name":"John</a:t>
            </a:r>
            <a:r>
              <a:rPr lang="en-US" dirty="0"/>
              <a:t>", "age":30, "</a:t>
            </a:r>
            <a:r>
              <a:rPr lang="en-US" dirty="0" err="1"/>
              <a:t>city":"New</a:t>
            </a:r>
            <a:r>
              <a:rPr lang="en-US" dirty="0"/>
              <a:t> York"}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3100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C081-2E48-1FE5-4160-F5BB9F070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85587-771A-44E4-6363-E823EFE65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JSON Array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"employees":["John", "Anna", "Peter"]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JSON Boolean</a:t>
            </a:r>
          </a:p>
          <a:p>
            <a:pPr marL="0" indent="0">
              <a:buNone/>
            </a:pPr>
            <a:r>
              <a:rPr lang="en-US" dirty="0"/>
              <a:t>{"</a:t>
            </a:r>
            <a:r>
              <a:rPr lang="en-US" dirty="0" err="1"/>
              <a:t>sale":true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JSON null</a:t>
            </a:r>
          </a:p>
          <a:p>
            <a:pPr marL="0" indent="0">
              <a:buNone/>
            </a:pPr>
            <a:r>
              <a:rPr lang="en-US" dirty="0"/>
              <a:t>{"</a:t>
            </a:r>
            <a:r>
              <a:rPr lang="en-US" dirty="0" err="1"/>
              <a:t>middlename</a:t>
            </a:r>
            <a:r>
              <a:rPr lang="en-US" dirty="0"/>
              <a:t>":null}</a:t>
            </a:r>
          </a:p>
        </p:txBody>
      </p:sp>
    </p:spTree>
    <p:extLst>
      <p:ext uri="{BB962C8B-B14F-4D97-AF65-F5344CB8AC3E}">
        <p14:creationId xmlns:p14="http://schemas.microsoft.com/office/powerpoint/2010/main" val="982176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1EB7-7C88-4F5F-1DCB-CF0A1C59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JSON.parse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3CAD-B6D9-2DC7-FE31-07BA0982F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common use of JSON is to exchange data to/from a web server.</a:t>
            </a:r>
          </a:p>
          <a:p>
            <a:pPr marL="0" indent="0">
              <a:buNone/>
            </a:pPr>
            <a:r>
              <a:rPr lang="en-US" dirty="0"/>
              <a:t>When receiving data from a web server, the data is always a string.</a:t>
            </a:r>
          </a:p>
          <a:p>
            <a:pPr marL="0" indent="0">
              <a:buNone/>
            </a:pPr>
            <a:r>
              <a:rPr lang="en-US" dirty="0"/>
              <a:t>Parse the data with </a:t>
            </a:r>
            <a:r>
              <a:rPr lang="en-US" dirty="0" err="1"/>
              <a:t>JSON.parse</a:t>
            </a:r>
            <a:r>
              <a:rPr lang="en-US" dirty="0"/>
              <a:t>(), and the data becomes a JavaScript object.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'{"</a:t>
            </a:r>
            <a:r>
              <a:rPr lang="en-US" dirty="0" err="1"/>
              <a:t>name":"John</a:t>
            </a:r>
            <a:r>
              <a:rPr lang="en-US" dirty="0"/>
              <a:t>", "age":30, "</a:t>
            </a:r>
            <a:r>
              <a:rPr lang="en-US" dirty="0" err="1"/>
              <a:t>city":"New</a:t>
            </a:r>
            <a:r>
              <a:rPr lang="en-US" dirty="0"/>
              <a:t> York"}’</a:t>
            </a:r>
          </a:p>
          <a:p>
            <a:pPr marL="0" indent="0">
              <a:buNone/>
            </a:pPr>
            <a:r>
              <a:rPr lang="en-US" dirty="0"/>
              <a:t>const obj = </a:t>
            </a:r>
            <a:r>
              <a:rPr lang="en-US" dirty="0" err="1"/>
              <a:t>JSON.parse</a:t>
            </a:r>
            <a:r>
              <a:rPr lang="en-US" dirty="0"/>
              <a:t>('{"</a:t>
            </a:r>
            <a:r>
              <a:rPr lang="en-US" dirty="0" err="1"/>
              <a:t>name":"John</a:t>
            </a:r>
            <a:r>
              <a:rPr lang="en-US" dirty="0"/>
              <a:t>", "age":30, "</a:t>
            </a:r>
            <a:r>
              <a:rPr lang="en-US" dirty="0" err="1"/>
              <a:t>city":"New</a:t>
            </a:r>
            <a:r>
              <a:rPr lang="en-US" dirty="0"/>
              <a:t> York"}');</a:t>
            </a:r>
          </a:p>
        </p:txBody>
      </p:sp>
    </p:spTree>
    <p:extLst>
      <p:ext uri="{BB962C8B-B14F-4D97-AF65-F5344CB8AC3E}">
        <p14:creationId xmlns:p14="http://schemas.microsoft.com/office/powerpoint/2010/main" val="256503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A8C1-F355-CB13-1525-674A8C07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JSON.stringify</a:t>
            </a:r>
            <a:r>
              <a:rPr lang="en-US" dirty="0"/>
              <a:t>()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20A53-CBC7-4F99-2544-459CA446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common use of JSON is to exchange data to/from a web serve</a:t>
            </a:r>
          </a:p>
          <a:p>
            <a:pPr marL="0" indent="0">
              <a:buNone/>
            </a:pPr>
            <a:r>
              <a:rPr lang="en-US" dirty="0"/>
              <a:t>When sending data to a web server, the data has to be a string.</a:t>
            </a:r>
          </a:p>
          <a:p>
            <a:pPr marL="0" indent="0">
              <a:buNone/>
            </a:pPr>
            <a:r>
              <a:rPr lang="en-US" dirty="0"/>
              <a:t>You can convert any JavaScript datatype into a string with </a:t>
            </a:r>
            <a:r>
              <a:rPr lang="en-US" dirty="0" err="1"/>
              <a:t>JSON.stringify</a:t>
            </a:r>
            <a:r>
              <a:rPr lang="en-US" dirty="0"/>
              <a:t>().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 obj = {name: "John", age: 30, city: "New York"};</a:t>
            </a:r>
            <a:br>
              <a:rPr lang="en-US" dirty="0"/>
            </a:br>
            <a:r>
              <a:rPr lang="en-US" dirty="0"/>
              <a:t>const </a:t>
            </a:r>
            <a:r>
              <a:rPr lang="en-US" dirty="0" err="1"/>
              <a:t>myJSON</a:t>
            </a:r>
            <a:r>
              <a:rPr lang="en-US" dirty="0"/>
              <a:t> = </a:t>
            </a:r>
            <a:r>
              <a:rPr lang="en-US" dirty="0" err="1"/>
              <a:t>JSON.stringify</a:t>
            </a:r>
            <a:r>
              <a:rPr lang="en-US" dirty="0"/>
              <a:t>(obj);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552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DE74-C62E-0313-8EA3-D45C900A7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JSON.stringify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33E73-D1A3-8DC9-DF49-C8F76CE5F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const </a:t>
            </a:r>
            <a:r>
              <a:rPr lang="en-US" dirty="0" err="1"/>
              <a:t>arr</a:t>
            </a:r>
            <a:r>
              <a:rPr lang="en-US" dirty="0"/>
              <a:t> = ["John", "Peter", "Sally", "Jane"];</a:t>
            </a:r>
          </a:p>
          <a:p>
            <a:pPr marL="0" indent="0">
              <a:buNone/>
            </a:pPr>
            <a:r>
              <a:rPr lang="en-US" dirty="0"/>
              <a:t>const </a:t>
            </a:r>
            <a:r>
              <a:rPr lang="en-US" dirty="0" err="1"/>
              <a:t>myJSON</a:t>
            </a:r>
            <a:r>
              <a:rPr lang="en-US" dirty="0"/>
              <a:t> = </a:t>
            </a:r>
            <a:r>
              <a:rPr lang="en-US" dirty="0" err="1"/>
              <a:t>JSON.stringify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pt-BR" dirty="0"/>
              <a:t>const num = 123e-5;</a:t>
            </a:r>
            <a:br>
              <a:rPr lang="pt-BR" dirty="0"/>
            </a:br>
            <a:r>
              <a:rPr lang="pt-BR" dirty="0"/>
              <a:t>const myJSON = JSON.stringify(num);</a:t>
            </a:r>
          </a:p>
          <a:p>
            <a:pPr marL="0" indent="0">
              <a:buNone/>
            </a:pPr>
            <a:r>
              <a:rPr lang="en-US" dirty="0"/>
              <a:t>let bool = new Boolean(1);</a:t>
            </a:r>
            <a:br>
              <a:rPr lang="en-US" dirty="0"/>
            </a:br>
            <a:r>
              <a:rPr lang="en-US" dirty="0"/>
              <a:t>const </a:t>
            </a:r>
            <a:r>
              <a:rPr lang="en-US" dirty="0" err="1"/>
              <a:t>myJSON</a:t>
            </a:r>
            <a:r>
              <a:rPr lang="en-US" dirty="0"/>
              <a:t> = </a:t>
            </a:r>
            <a:r>
              <a:rPr lang="en-US" dirty="0" err="1"/>
              <a:t>JSON.stringify</a:t>
            </a:r>
            <a:r>
              <a:rPr lang="en-US" dirty="0"/>
              <a:t>(bool);</a:t>
            </a:r>
          </a:p>
          <a:p>
            <a:pPr marL="0" indent="0">
              <a:buNone/>
            </a:pPr>
            <a:r>
              <a:rPr lang="en-US" dirty="0"/>
              <a:t>const obj = {name: "John", today: new Date(), city : "New York"};</a:t>
            </a:r>
            <a:br>
              <a:rPr lang="en-US" dirty="0"/>
            </a:br>
            <a:r>
              <a:rPr lang="en-US" dirty="0"/>
              <a:t>const </a:t>
            </a:r>
            <a:r>
              <a:rPr lang="en-US" dirty="0" err="1"/>
              <a:t>myJSON</a:t>
            </a:r>
            <a:r>
              <a:rPr lang="en-US" dirty="0"/>
              <a:t> = </a:t>
            </a:r>
            <a:r>
              <a:rPr lang="en-US" dirty="0" err="1"/>
              <a:t>JSON.stringify</a:t>
            </a:r>
            <a:r>
              <a:rPr lang="en-US" dirty="0"/>
              <a:t>(obj);</a:t>
            </a:r>
          </a:p>
          <a:p>
            <a:pPr marL="0" indent="0">
              <a:buNone/>
            </a:pPr>
            <a:r>
              <a:rPr lang="en-US" dirty="0"/>
              <a:t>const obj = {name: "John", age: function () {return 30;}, city: "New York"};</a:t>
            </a:r>
            <a:br>
              <a:rPr lang="en-US" dirty="0"/>
            </a:br>
            <a:r>
              <a:rPr lang="en-US" dirty="0"/>
              <a:t>const </a:t>
            </a:r>
            <a:r>
              <a:rPr lang="en-US" dirty="0" err="1"/>
              <a:t>myJSON</a:t>
            </a:r>
            <a:r>
              <a:rPr lang="en-US" dirty="0"/>
              <a:t> = </a:t>
            </a:r>
            <a:r>
              <a:rPr lang="en-US" dirty="0" err="1"/>
              <a:t>JSON.stringify</a:t>
            </a:r>
            <a:r>
              <a:rPr lang="en-US"/>
              <a:t>(obj);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86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FF16-3836-A4DB-0525-B6230AED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CDDC2-0EE2-AD25-A44F-B823B7027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const </a:t>
            </a:r>
            <a:r>
              <a:rPr lang="en-US" dirty="0" err="1"/>
              <a:t>myJSON</a:t>
            </a:r>
            <a:r>
              <a:rPr lang="en-US" dirty="0"/>
              <a:t> = '{"</a:t>
            </a:r>
            <a:r>
              <a:rPr lang="en-US" dirty="0" err="1"/>
              <a:t>name":"John</a:t>
            </a:r>
            <a:r>
              <a:rPr lang="en-US" dirty="0"/>
              <a:t>", "age":30, "</a:t>
            </a:r>
            <a:r>
              <a:rPr lang="en-US" dirty="0" err="1"/>
              <a:t>car":null</a:t>
            </a:r>
            <a:r>
              <a:rPr lang="en-US" dirty="0"/>
              <a:t>}';</a:t>
            </a:r>
            <a:br>
              <a:rPr lang="en-US" dirty="0"/>
            </a:br>
            <a:r>
              <a:rPr lang="en-US" dirty="0"/>
              <a:t>const </a:t>
            </a:r>
            <a:r>
              <a:rPr lang="en-US" dirty="0" err="1"/>
              <a:t>myObj</a:t>
            </a:r>
            <a:r>
              <a:rPr lang="en-US" dirty="0"/>
              <a:t> = </a:t>
            </a:r>
            <a:r>
              <a:rPr lang="en-US" dirty="0" err="1"/>
              <a:t>JSON.parse</a:t>
            </a:r>
            <a:r>
              <a:rPr lang="en-US" dirty="0"/>
              <a:t>(</a:t>
            </a:r>
            <a:r>
              <a:rPr lang="en-US" dirty="0" err="1"/>
              <a:t>myJSON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x = </a:t>
            </a:r>
            <a:r>
              <a:rPr lang="en-US" dirty="0" err="1"/>
              <a:t>myObj</a:t>
            </a:r>
            <a:r>
              <a:rPr lang="en-US" dirty="0"/>
              <a:t>["name"];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 </a:t>
            </a:r>
            <a:r>
              <a:rPr lang="en-US" dirty="0" err="1"/>
              <a:t>myJSON</a:t>
            </a:r>
            <a:r>
              <a:rPr lang="en-US" dirty="0"/>
              <a:t> = '{"</a:t>
            </a:r>
            <a:r>
              <a:rPr lang="en-US" dirty="0" err="1"/>
              <a:t>name":"John</a:t>
            </a:r>
            <a:r>
              <a:rPr lang="en-US" dirty="0"/>
              <a:t>", "age":30, "</a:t>
            </a:r>
            <a:r>
              <a:rPr lang="en-US" dirty="0" err="1"/>
              <a:t>car":null</a:t>
            </a:r>
            <a:r>
              <a:rPr lang="en-US" dirty="0"/>
              <a:t>}';</a:t>
            </a:r>
            <a:br>
              <a:rPr lang="en-US" dirty="0"/>
            </a:br>
            <a:r>
              <a:rPr lang="en-US" dirty="0"/>
              <a:t>const </a:t>
            </a:r>
            <a:r>
              <a:rPr lang="en-US" dirty="0" err="1"/>
              <a:t>myObj</a:t>
            </a:r>
            <a:r>
              <a:rPr lang="en-US" dirty="0"/>
              <a:t> = </a:t>
            </a:r>
            <a:r>
              <a:rPr lang="en-US" dirty="0" err="1"/>
              <a:t>JSON.parse</a:t>
            </a:r>
            <a:r>
              <a:rPr lang="en-US" dirty="0"/>
              <a:t>(</a:t>
            </a:r>
            <a:r>
              <a:rPr lang="en-US" dirty="0" err="1"/>
              <a:t>myJSON</a:t>
            </a:r>
            <a:r>
              <a:rPr lang="en-US" dirty="0"/>
              <a:t>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let text = "";</a:t>
            </a:r>
            <a:br>
              <a:rPr lang="en-US" dirty="0"/>
            </a:br>
            <a:r>
              <a:rPr lang="en-US" dirty="0"/>
              <a:t>for (const x in </a:t>
            </a:r>
            <a:r>
              <a:rPr lang="en-US" dirty="0" err="1"/>
              <a:t>myObj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 text += x + ", ";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6204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F40D-FD53-CDF8-2E42-2570B279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ArrayJSON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FF040-E78D-B590-AE71-EE2579DA8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myArray</a:t>
            </a:r>
            <a:r>
              <a:rPr lang="en-US" dirty="0"/>
              <a:t> = ["Ford", "BMW", "Fiat"];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myJSON</a:t>
            </a:r>
            <a:r>
              <a:rPr lang="en-US" dirty="0"/>
              <a:t> = '["Ford", "BMW", "Fiat"]';</a:t>
            </a:r>
            <a:br>
              <a:rPr lang="en-US" dirty="0"/>
            </a:br>
            <a:r>
              <a:rPr lang="en-US" dirty="0" err="1"/>
              <a:t>myArray</a:t>
            </a:r>
            <a:r>
              <a:rPr lang="en-US" dirty="0"/>
              <a:t> = </a:t>
            </a:r>
            <a:r>
              <a:rPr lang="en-US" dirty="0" err="1"/>
              <a:t>JSON.parse</a:t>
            </a:r>
            <a:r>
              <a:rPr lang="en-US" dirty="0"/>
              <a:t>(</a:t>
            </a:r>
            <a:r>
              <a:rPr lang="en-US" dirty="0" err="1"/>
              <a:t>myJSON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"</a:t>
            </a:r>
            <a:r>
              <a:rPr lang="en-US" dirty="0" err="1"/>
              <a:t>name":"John</a:t>
            </a:r>
            <a:r>
              <a:rPr lang="en-US"/>
              <a:t>",</a:t>
            </a:r>
            <a:br>
              <a:rPr lang="en-US"/>
            </a:br>
            <a:r>
              <a:rPr lang="en-US"/>
              <a:t>"age":30,</a:t>
            </a:r>
            <a:br>
              <a:rPr lang="en-US"/>
            </a:br>
            <a:r>
              <a:rPr lang="en-US"/>
              <a:t>"cars":["Ford", "BMW", "Fiat"]</a:t>
            </a:r>
            <a:br>
              <a:rPr lang="en-US"/>
            </a:br>
            <a:r>
              <a:rPr lang="en-US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643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845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PITP WEB DEVELOPMENT</vt:lpstr>
      <vt:lpstr>JSON</vt:lpstr>
      <vt:lpstr>Converting JSON object to String</vt:lpstr>
      <vt:lpstr>JSON</vt:lpstr>
      <vt:lpstr>Examples</vt:lpstr>
      <vt:lpstr>Valid data type in JSON</vt:lpstr>
      <vt:lpstr>JSON values cannot be one of the following data types: </vt:lpstr>
      <vt:lpstr>JSON object</vt:lpstr>
      <vt:lpstr>JSON</vt:lpstr>
      <vt:lpstr>JSON</vt:lpstr>
      <vt:lpstr>JSON.parse()</vt:lpstr>
      <vt:lpstr>JSON.stringify() </vt:lpstr>
      <vt:lpstr>JSON.stringify()</vt:lpstr>
      <vt:lpstr>JSON objects</vt:lpstr>
      <vt:lpstr>ArrayJSON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8</cp:revision>
  <dcterms:created xsi:type="dcterms:W3CDTF">2025-10-14T00:23:14Z</dcterms:created>
  <dcterms:modified xsi:type="dcterms:W3CDTF">2025-10-14T08:19:38Z</dcterms:modified>
</cp:coreProperties>
</file>