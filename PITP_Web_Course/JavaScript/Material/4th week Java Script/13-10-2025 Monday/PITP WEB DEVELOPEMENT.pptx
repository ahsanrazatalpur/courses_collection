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57" r:id="rId15"/>
    <p:sldId id="2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B566-356D-11EF-54FE-02EB33E87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E1D93-B325-DC3B-E54E-6F3706A8A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0F58B-5FD8-680A-F595-2FA75ED7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F1A02-C35F-38FA-A929-BE3956424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27D46-3407-51A2-8250-20DFFE86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6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54CF-8496-6102-2343-056FDEB0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0B32-08D5-3816-0D95-0FB80B8D5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EFAA3-EDA2-1E3A-80C7-AAF789C9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D9D2F-F28E-2E52-AC13-F058EBDF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326E-3176-3D78-01D6-9758BA7E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91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ECE3-5DEA-FB29-2A7F-E8C0B87E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03C32-AA07-26FC-BB7E-05E863D69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CC7F4-75AD-45D0-28E7-7F2C51AC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32923-E405-3470-3541-C138C8643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DB08D-8E11-0D60-F928-3DC4A922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7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CD9B-6F91-6C30-8B60-F36B612E4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CF255-464A-8F50-B1FA-219A85E5D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DA978-3194-4718-3078-701E16B26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B3F6C-E11B-1776-7DEE-0CE1FAE4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4921F-1CD1-DE08-2903-D305D42E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2EC11-8E03-918F-DA1A-40C5E1FD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2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F830-67ED-4C1C-48B0-E0ABA10EB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3C728-28A2-2BD2-482C-0764A0C42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C94C1-8F68-DEC3-8729-6A8D46EA8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3A1AA-0745-4CEF-9C62-7110506EF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AD972-601C-ECBF-54DE-034C39DEC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127E9-25AC-4AD3-306C-42A63EF5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C60880-0519-B903-E12B-BACAAC9A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83607-BA66-C912-7CB6-F6436DF1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7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A2BB-3B1D-4B14-C7CE-1FBE7D7A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B7440-02D8-5E12-E1CE-808D3EF4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E3798-4057-1DF6-4335-E49914B2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DEA2-9867-EB37-A282-0C699FF4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56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ADEA9-FBE0-B417-D451-E9695040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03D1A-410A-789A-CE17-3E4A03109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653AD-B331-B49F-261D-7D980CE8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4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C17C-F5E8-BF0A-E7A7-84FB607DB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C04CE-E02E-D2E6-AD02-52139EC64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852FE-DDF0-25B3-C439-E87D40803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EEADA-D404-452D-7FDD-771A2744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829B4-A56C-C95E-1B91-5D8B15FF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1A60-273C-52AF-0D2D-F89AD17A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7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447B-1273-F15B-F8C3-9E0DEC13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FADD7B-165E-4493-BF63-F36E587DF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7AE2B-7046-69D6-FAFE-F87383F22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802B7-C487-75D8-01FA-F577C556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3F4F6-2E11-DFA7-CBA0-D89690CDB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A4D36-FC41-2ECF-628E-17CBE484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5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3441-B81A-C92A-537C-14BE329B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F4E09-C7FD-5E42-11C7-0AD7BE884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DBFA6-9D34-6588-9994-5D2468CD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EA46-70D5-0392-B309-40497984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C0640-EE31-5854-5F8D-2C68A83C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FEDBEC-AE86-B229-809E-AD1A635D6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6B78F-6717-85E1-793D-68B980439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3ABE4-5BF4-755B-DC9C-8682CC6A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EB20D-3035-D975-7A24-AA981A48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F7FFC-CC1B-B168-3FE1-80EF8153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0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DBBE7-42CA-EC48-6E79-F726AE838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AD83C-1C85-0257-8F95-D09BC06BF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F32E8-F889-7454-042C-5BDD73DB4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4CB45-C6AA-4D50-95B0-CCB579358CC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155F4-3D2D-E3C4-BE81-8A3032A74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016F2-B167-F42F-91B2-ED6E0D35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65ED7-99DD-43D6-A718-8A740EE0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1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9B1E-9A8B-12A8-CA3A-E697213BE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PITP WEB DEVELOPEMENT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B343B-6953-4FB2-9D68-291B99BE36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week Destructing , Spread and Rest Operators, modules (import/Export) map/filter/reduce</a:t>
            </a:r>
          </a:p>
        </p:txBody>
      </p:sp>
    </p:spTree>
    <p:extLst>
      <p:ext uri="{BB962C8B-B14F-4D97-AF65-F5344CB8AC3E}">
        <p14:creationId xmlns:p14="http://schemas.microsoft.com/office/powerpoint/2010/main" val="143241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2C38-6821-E0F0-9E7D-AEAE9141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🧩 What is </a:t>
            </a:r>
            <a:r>
              <a:rPr lang="en-US" b="1" dirty="0" err="1"/>
              <a:t>Destructuring</a:t>
            </a:r>
            <a:r>
              <a:rPr lang="en-US" b="1" dirty="0"/>
              <a:t>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1549D-2E6D-9D4C-5370-8A0B07E6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Destructuring</a:t>
            </a:r>
            <a:r>
              <a:rPr lang="en-US" dirty="0"/>
              <a:t> is a feature in JavaScript (ES6) that allows you to </a:t>
            </a:r>
            <a:r>
              <a:rPr lang="en-US" b="1" dirty="0"/>
              <a:t>unpack values from arrays</a:t>
            </a:r>
            <a:r>
              <a:rPr lang="en-US" dirty="0"/>
              <a:t> or </a:t>
            </a:r>
            <a:r>
              <a:rPr lang="en-US" b="1" dirty="0"/>
              <a:t>properties from objects</a:t>
            </a:r>
            <a:r>
              <a:rPr lang="en-US" dirty="0"/>
              <a:t> into distinct variables in a clean, concise way.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82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7804-4F7B-A26D-7EBD-10158519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4"/>
          </a:xfrm>
        </p:spPr>
        <p:txBody>
          <a:bodyPr/>
          <a:lstStyle/>
          <a:p>
            <a:r>
              <a:rPr lang="en-US" dirty="0" err="1"/>
              <a:t>Destrusting</a:t>
            </a:r>
            <a:r>
              <a:rPr lang="en-US" dirty="0"/>
              <a:t> in JavaScript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D138D2-3C81-2402-B18B-0DF03FE4BA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945112"/>
              </p:ext>
            </p:extLst>
          </p:nvPr>
        </p:nvGraphicFramePr>
        <p:xfrm>
          <a:off x="252248" y="1497724"/>
          <a:ext cx="11666484" cy="5360280"/>
        </p:xfrm>
        <a:graphic>
          <a:graphicData uri="http://schemas.openxmlformats.org/drawingml/2006/table">
            <a:tbl>
              <a:tblPr/>
              <a:tblGrid>
                <a:gridCol w="3888828">
                  <a:extLst>
                    <a:ext uri="{9D8B030D-6E8A-4147-A177-3AD203B41FA5}">
                      <a16:colId xmlns:a16="http://schemas.microsoft.com/office/drawing/2014/main" val="852900216"/>
                    </a:ext>
                  </a:extLst>
                </a:gridCol>
                <a:gridCol w="3888828">
                  <a:extLst>
                    <a:ext uri="{9D8B030D-6E8A-4147-A177-3AD203B41FA5}">
                      <a16:colId xmlns:a16="http://schemas.microsoft.com/office/drawing/2014/main" val="3130205850"/>
                    </a:ext>
                  </a:extLst>
                </a:gridCol>
                <a:gridCol w="3888828">
                  <a:extLst>
                    <a:ext uri="{9D8B030D-6E8A-4147-A177-3AD203B41FA5}">
                      <a16:colId xmlns:a16="http://schemas.microsoft.com/office/drawing/2014/main" val="184776191"/>
                    </a:ext>
                  </a:extLst>
                </a:gridCol>
              </a:tblGrid>
              <a:tr h="89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Syntax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34886"/>
                  </a:ext>
                </a:extLst>
              </a:tr>
              <a:tr h="89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Array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[a, b] = arr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 multiple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679445"/>
                  </a:ext>
                </a:extLst>
              </a:tr>
              <a:tr h="89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Object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{name, age} = obj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 named properties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605589"/>
                  </a:ext>
                </a:extLst>
              </a:tr>
              <a:tr h="89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Default Values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{x = 10}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if property is missing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729404"/>
                  </a:ext>
                </a:extLst>
              </a:tr>
              <a:tr h="89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Renaming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{x: newX}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Rename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85279"/>
                  </a:ext>
                </a:extLst>
              </a:tr>
              <a:tr h="89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Nested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{a: {b}} = obj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Extract deeply nested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03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05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A0C96-0DC9-5CDB-1B00-74AE15F9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86" y="365125"/>
            <a:ext cx="11164614" cy="943413"/>
          </a:xfrm>
        </p:spPr>
        <p:txBody>
          <a:bodyPr/>
          <a:lstStyle/>
          <a:p>
            <a:r>
              <a:rPr lang="en-US" dirty="0"/>
              <a:t>Array Destructing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BD78-8F16-3976-F6BD-990828B78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1690688"/>
            <a:ext cx="10912366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const colors = ["red", "green", "blue"];</a:t>
            </a:r>
          </a:p>
          <a:p>
            <a:pPr marL="0" indent="0">
              <a:buNone/>
            </a:pPr>
            <a:r>
              <a:rPr lang="en-US" dirty="0"/>
              <a:t>const [first, second, third] = colors;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13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B333-BE7E-2903-E283-2C4B57D6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Skipping Items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3C008-2EF2-8C51-1EE4-7F8516E6D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 numbers = [10, 20, 30, 40];</a:t>
            </a:r>
          </a:p>
          <a:p>
            <a:pPr marL="0" indent="0">
              <a:buNone/>
            </a:pPr>
            <a:r>
              <a:rPr lang="en-US" dirty="0"/>
              <a:t>const [a, , c] = numbers;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976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9070-AB62-07D4-09D1-22BCE839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5CD5D-FE94-F205-6674-E29CE0E81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const</a:t>
            </a:r>
            <a:r>
              <a:rPr lang="fr-FR" dirty="0"/>
              <a:t> fruits = ["</a:t>
            </a:r>
            <a:r>
              <a:rPr lang="fr-FR" dirty="0" err="1"/>
              <a:t>apple</a:t>
            </a:r>
            <a:r>
              <a:rPr lang="fr-FR" dirty="0"/>
              <a:t>"];</a:t>
            </a:r>
          </a:p>
          <a:p>
            <a:pPr marL="0" indent="0">
              <a:buNone/>
            </a:pPr>
            <a:r>
              <a:rPr lang="fr-FR" dirty="0" err="1"/>
              <a:t>const</a:t>
            </a:r>
            <a:r>
              <a:rPr lang="fr-FR" dirty="0"/>
              <a:t> [fruit1, fruit2 = "banana"] = fruits;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801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5B5B5-1AB3-22E7-AED4-9C63A86E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800DC-F872-8587-BAEE-2D103B0E8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err="1"/>
              <a:t>let</a:t>
            </a:r>
            <a:r>
              <a:rPr lang="es-ES" dirty="0"/>
              <a:t> x = 5, y = 10;</a:t>
            </a:r>
          </a:p>
          <a:p>
            <a:pPr marL="0" indent="0">
              <a:buNone/>
            </a:pPr>
            <a:r>
              <a:rPr lang="es-ES" dirty="0"/>
              <a:t>[x, y] = [y, x];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0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E6BD1-1E20-F477-1136-4C840B7B9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</a:t>
            </a:r>
            <a:r>
              <a:rPr lang="en-US" dirty="0" err="1"/>
              <a:t>Destructuring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C125-C050-2DB6-4208-30B16A21B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 person = { name: "Alice", age: 25 };</a:t>
            </a:r>
          </a:p>
          <a:p>
            <a:pPr marL="0" indent="0">
              <a:buNone/>
            </a:pPr>
            <a:r>
              <a:rPr lang="en-US" dirty="0"/>
              <a:t>const { name, age } = person;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841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2F2A-C70E-5A41-AD65-E2EBD106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6570-29E2-C331-47CB-8A7EFEFDE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 user = { id: 1, username: "coder123" };</a:t>
            </a:r>
          </a:p>
          <a:p>
            <a:pPr marL="0" indent="0">
              <a:buNone/>
            </a:pPr>
            <a:r>
              <a:rPr lang="en-US" dirty="0"/>
              <a:t>const { username: </a:t>
            </a:r>
            <a:r>
              <a:rPr lang="en-US" dirty="0" err="1"/>
              <a:t>userName</a:t>
            </a:r>
            <a:r>
              <a:rPr lang="en-US" dirty="0"/>
              <a:t> } = user;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userName</a:t>
            </a:r>
            <a:r>
              <a:rPr lang="en-US" dirty="0"/>
              <a:t>); // "coder123"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19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50A4-ADC3-E81C-CD03-AE07497E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A451A-6695-2645-DBBF-492B88A60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 settings = { theme: "dark" };</a:t>
            </a:r>
          </a:p>
          <a:p>
            <a:pPr marL="0" indent="0">
              <a:buNone/>
            </a:pPr>
            <a:r>
              <a:rPr lang="en-US" dirty="0"/>
              <a:t>const { theme, </a:t>
            </a:r>
            <a:r>
              <a:rPr lang="en-US" dirty="0" err="1"/>
              <a:t>fontSize</a:t>
            </a:r>
            <a:r>
              <a:rPr lang="en-US" dirty="0"/>
              <a:t> = 14 } = settings;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(theme);   // "dark"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); // 14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92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3E03-6656-A75C-A36E-7A3A6990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object destructing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B14C-57B2-7977-3BDB-4DCF97CEB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 employee = {</a:t>
            </a:r>
          </a:p>
          <a:p>
            <a:pPr marL="0" indent="0">
              <a:buNone/>
            </a:pPr>
            <a:r>
              <a:rPr lang="en-US" dirty="0"/>
              <a:t>  name: "John",</a:t>
            </a:r>
          </a:p>
          <a:p>
            <a:pPr marL="0" indent="0">
              <a:buNone/>
            </a:pPr>
            <a:r>
              <a:rPr lang="en-US" dirty="0"/>
              <a:t>  address: { city: "Berlin", country: "Germany"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 { address: { city } } = employee;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(city); // "Berlin"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413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C3AC-0D55-7A62-C267-5955F20E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Parameters </a:t>
            </a:r>
            <a:r>
              <a:rPr lang="en-US" dirty="0" err="1"/>
              <a:t>Destructuring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3B7D-089E-DABB-95EE-03E9D7F30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displayUser</a:t>
            </a:r>
            <a:r>
              <a:rPr lang="en-US" dirty="0"/>
              <a:t>({ name, age })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document.write</a:t>
            </a:r>
            <a:r>
              <a:rPr lang="en-US" dirty="0"/>
              <a:t>(`${name} is ${age} years old.`);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displayUser</a:t>
            </a:r>
            <a:r>
              <a:rPr lang="en-US" dirty="0"/>
              <a:t>({ name: "Emma", age: 30 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790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599C-D162-31B9-1093-B1FB02F1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5758"/>
          </a:xfrm>
        </p:spPr>
        <p:txBody>
          <a:bodyPr/>
          <a:lstStyle/>
          <a:p>
            <a:r>
              <a:rPr lang="en-US" dirty="0"/>
              <a:t>Array in Function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0C80B-F93A-74CC-D1DF-BD1AD0A69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sum([a, b]) {</a:t>
            </a:r>
          </a:p>
          <a:p>
            <a:pPr marL="0" indent="0">
              <a:buNone/>
            </a:pPr>
            <a:r>
              <a:rPr lang="en-US" dirty="0"/>
              <a:t>  return a + b;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(sum([5, 10])); // 15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48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963C-1B9E-9998-E490-3D175902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323F-AD00-70AB-BF77-44C03D6BF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Restructuring allows you to extract values from arrays or objects and assign them to variables.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Array Destructing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 numbers = [1,2,3];</a:t>
            </a:r>
          </a:p>
          <a:p>
            <a:pPr marL="0" indent="0">
              <a:buNone/>
            </a:pPr>
            <a:r>
              <a:rPr lang="en-US" dirty="0"/>
              <a:t>const [</a:t>
            </a:r>
            <a:r>
              <a:rPr lang="en-US" dirty="0" err="1"/>
              <a:t>a,b,c</a:t>
            </a:r>
            <a:r>
              <a:rPr lang="en-US" dirty="0"/>
              <a:t>]=numbers;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(a);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(b);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(c);</a:t>
            </a:r>
          </a:p>
        </p:txBody>
      </p:sp>
    </p:spTree>
    <p:extLst>
      <p:ext uri="{BB962C8B-B14F-4D97-AF65-F5344CB8AC3E}">
        <p14:creationId xmlns:p14="http://schemas.microsoft.com/office/powerpoint/2010/main" val="986931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05A8-8AFB-3FA4-2280-F55E1C12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Destructing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9AB8-FE73-9EB8-E235-B917502F5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 person = {name: ‘Ali’, age:30}</a:t>
            </a:r>
          </a:p>
          <a:p>
            <a:pPr marL="0" indent="0">
              <a:buNone/>
            </a:pPr>
            <a:r>
              <a:rPr lang="en-US" dirty="0"/>
              <a:t>Const {name, age}=person;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(name);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(age);</a:t>
            </a:r>
          </a:p>
        </p:txBody>
      </p:sp>
    </p:spTree>
    <p:extLst>
      <p:ext uri="{BB962C8B-B14F-4D97-AF65-F5344CB8AC3E}">
        <p14:creationId xmlns:p14="http://schemas.microsoft.com/office/powerpoint/2010/main" val="1080588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0629D-4A2C-0E23-6D55-0399D930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 operators(….)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5B457-BC46-9BC0-35B7-3724647FE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0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523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PITP WEB DEVELOPEMENT</vt:lpstr>
      <vt:lpstr>🧩 What is Destructuring? </vt:lpstr>
      <vt:lpstr>Destrusting in JavaScript</vt:lpstr>
      <vt:lpstr>Array Destructing </vt:lpstr>
      <vt:lpstr>Skipping Items </vt:lpstr>
      <vt:lpstr>Default Values</vt:lpstr>
      <vt:lpstr>Swapping variables</vt:lpstr>
      <vt:lpstr>Object Destructuring</vt:lpstr>
      <vt:lpstr>Remaining values</vt:lpstr>
      <vt:lpstr>Default Values</vt:lpstr>
      <vt:lpstr>Nested object destructing</vt:lpstr>
      <vt:lpstr>Function Parameters Destructuring</vt:lpstr>
      <vt:lpstr>Array in Function Argument</vt:lpstr>
      <vt:lpstr>Destructing</vt:lpstr>
      <vt:lpstr>Destructing object</vt:lpstr>
      <vt:lpstr>Spread operators(….)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12</cp:revision>
  <dcterms:created xsi:type="dcterms:W3CDTF">2025-10-11T02:44:50Z</dcterms:created>
  <dcterms:modified xsi:type="dcterms:W3CDTF">2025-10-13T04:06:11Z</dcterms:modified>
</cp:coreProperties>
</file>