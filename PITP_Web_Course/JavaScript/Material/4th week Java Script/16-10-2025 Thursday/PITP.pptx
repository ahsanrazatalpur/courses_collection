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C883-51CF-BEF1-A665-37A20DCAA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BED6A-8067-F472-EE19-305ABC463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F677A-268A-0F57-01DD-BE9077A6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A5AE-AA74-88D5-4D0C-64DF688E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8E28-EDC1-108C-6056-5AFAF8AF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727-DDC0-7369-DF3A-F22FA802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0844-0586-7B0C-1BCF-E537F5FE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EF7B9-48EA-BD88-514A-7684D236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91174-FBA3-6381-CA02-0E39B2C8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DFEE4-8AC0-AD83-F2E8-9FD6B834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22A3-45FC-8D14-7A84-36A5CCF8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1BB2A-7B97-7FF6-E371-B84214001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17FA0-6052-58F4-804E-CE77DE53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77A49-CBE8-B299-B9D1-7F0E4C23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A1DC0-A791-2069-29E4-E6772E36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8852-40D4-B6FD-C3A3-EAE6C6B8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A908-ECBE-C76E-5F90-66AA87900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4BD83-B2F4-B821-0BC4-C54A37C7B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C6AC0-6080-4E24-0BF0-0491774C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2DEF-1E09-3766-EC8E-3D0CA104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5BD40-ACFE-E36F-774A-10276AFB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3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464C-E00E-F54D-1F3D-BB74CED3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84708-7DF3-A36C-F2B6-53C431A8B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C2EF5-E688-30F0-A9E2-42B5B5C52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3720A-F9D8-A7C8-CAAB-DCCE0C78D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5BD6F-984E-F0E2-0344-E8611C1EC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A0EB51-737E-69B9-038C-C9C44E20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D5D1-3CF2-106F-2427-15801F5F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500C3-96C7-DA2C-4ACA-2D158B2B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2842-E849-9637-9CD3-38214AA5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7A1E6-E06C-224E-4DF7-0CF5DA06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1719-2BA7-810F-29DF-48B11178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827F-972D-08C1-65CE-DBFCF619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6D55C-188C-C814-2F3A-C37735E4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4AE92-130C-582E-2E72-E92DD027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77E26-0B9E-D2B1-6D94-084D8165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B66D-E630-23E1-FB4F-644E512D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F4FB-E7F0-DC46-937F-B35397C3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469E6-50ED-5A7A-FCFC-A38EF38F5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9B7CA-9B51-7354-34F7-62715476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1C923-5591-4DA0-18C1-7CC231F1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05672-C852-1C03-294E-CB360131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2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2B76-D403-03D7-E6FE-CE5EC2CB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F8E94-BADE-17AC-F8B5-3A406FC0C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14B58-F6B2-3E79-33AA-85413CBA7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1FEEA-19E3-2820-0957-176B2841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1CC5A-554E-4244-E415-81DC91C7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AFAF1-73F3-1C75-BB11-15C81417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EC80-C19C-23EA-021E-216E08D3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EB4E9-2F7E-4877-B32F-824E613E6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71D9A-5087-920B-AE63-F056B36F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1F96-5DBE-BDE8-C304-E295E6E2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6C79A-C66A-3325-E80A-CA591C87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4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9C3FE-1C50-C494-C402-515EA6E46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00555-5983-A60B-5FBE-AB11724AB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0E22-F9CB-E4AE-3846-35B9EFE6C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F35B1-A082-5A06-6D9C-99433418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8651B-2355-061C-24ED-9481DB58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7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D92B3-9573-D6D3-E284-292D2BCB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B59E7-1584-F3D6-BD19-E0E181007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57FE0-588F-7BF1-9FAB-4907F2314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2931D-196A-4E1F-962D-D1797D9E61E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B9541-72AB-F9A3-26E8-E30C1CF9C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FF30-7F65-C476-1F07-97665C513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F53CF-90FE-476F-8426-385BCC36B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8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8237-AE3A-C0F1-B7F9-0E2883FF7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8E0E3-93A0-9AB5-73AE-0B66A1421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JavaScript Advance</a:t>
            </a:r>
          </a:p>
        </p:txBody>
      </p:sp>
    </p:spTree>
    <p:extLst>
      <p:ext uri="{BB962C8B-B14F-4D97-AF65-F5344CB8AC3E}">
        <p14:creationId xmlns:p14="http://schemas.microsoft.com/office/powerpoint/2010/main" val="418927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693D-6A95-4878-F1C0-0120959A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What is AJAX?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79908-07DA-624E-40EC-479DC574F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AJAX = </a:t>
            </a:r>
            <a:r>
              <a:rPr lang="en-US" sz="3600" b="1" dirty="0"/>
              <a:t>A</a:t>
            </a:r>
            <a:r>
              <a:rPr lang="en-US" sz="3600" dirty="0"/>
              <a:t>synchronous </a:t>
            </a:r>
            <a:r>
              <a:rPr lang="en-US" sz="3600" b="1" dirty="0"/>
              <a:t>J</a:t>
            </a:r>
            <a:r>
              <a:rPr lang="en-US" sz="3600" dirty="0"/>
              <a:t>avaScript </a:t>
            </a:r>
            <a:r>
              <a:rPr lang="en-US" sz="3600" b="1" dirty="0"/>
              <a:t>A</a:t>
            </a:r>
            <a:r>
              <a:rPr lang="en-US" sz="3600" dirty="0"/>
              <a:t>nd </a:t>
            </a:r>
            <a:r>
              <a:rPr lang="en-US" sz="3600" b="1" dirty="0"/>
              <a:t>X</a:t>
            </a:r>
            <a:r>
              <a:rPr lang="en-US" sz="3600" dirty="0"/>
              <a:t>ML.</a:t>
            </a:r>
          </a:p>
          <a:p>
            <a:pPr marL="0" indent="0">
              <a:buNone/>
            </a:pPr>
            <a:r>
              <a:rPr lang="en-US" sz="3600" dirty="0"/>
              <a:t>AJAX is not a programming language.</a:t>
            </a:r>
          </a:p>
          <a:p>
            <a:pPr marL="0" indent="0">
              <a:buNone/>
            </a:pPr>
            <a:r>
              <a:rPr lang="en-US" sz="3600" dirty="0"/>
              <a:t>AJAX just uses a combination of:</a:t>
            </a:r>
          </a:p>
          <a:p>
            <a:pPr marL="0" indent="0">
              <a:buNone/>
            </a:pPr>
            <a:r>
              <a:rPr lang="en-US" sz="3600" dirty="0"/>
              <a:t>A browser built-in </a:t>
            </a:r>
            <a:r>
              <a:rPr lang="en-US" sz="3600" dirty="0" err="1"/>
              <a:t>XMLHttpRequest</a:t>
            </a:r>
            <a:r>
              <a:rPr lang="en-US" sz="3600" dirty="0"/>
              <a:t> object (to request data from a web server)</a:t>
            </a:r>
          </a:p>
          <a:p>
            <a:pPr marL="0" indent="0">
              <a:buNone/>
            </a:pPr>
            <a:r>
              <a:rPr lang="en-US" sz="3600" dirty="0"/>
              <a:t>JavaScript and HTML DOM (to display or use the data)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81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E494-3FA2-2277-77FA-8C62F4AD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AJAX Working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5FFD7-D052-A221-9896-81FA8DF33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7" y="1497724"/>
            <a:ext cx="11083158" cy="5486400"/>
          </a:xfrm>
        </p:spPr>
      </p:pic>
    </p:spTree>
    <p:extLst>
      <p:ext uri="{BB962C8B-B14F-4D97-AF65-F5344CB8AC3E}">
        <p14:creationId xmlns:p14="http://schemas.microsoft.com/office/powerpoint/2010/main" val="343303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861F-9760-1B91-344C-929A8DB8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63825-B044-D935-13AF-75F2258A2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 An event occurs in a web page (the page is loaded, a button is clicked)</a:t>
            </a:r>
          </a:p>
          <a:p>
            <a:pPr marL="0" indent="0">
              <a:buNone/>
            </a:pPr>
            <a:r>
              <a:rPr lang="en-US" dirty="0"/>
              <a:t>2. An </a:t>
            </a:r>
            <a:r>
              <a:rPr lang="en-US" dirty="0" err="1"/>
              <a:t>XMLHttpRequest</a:t>
            </a:r>
            <a:r>
              <a:rPr lang="en-US" dirty="0"/>
              <a:t> object is created by JavaScript</a:t>
            </a:r>
          </a:p>
          <a:p>
            <a:pPr marL="0" indent="0">
              <a:buNone/>
            </a:pPr>
            <a:r>
              <a:rPr lang="en-US" dirty="0"/>
              <a:t>3. The </a:t>
            </a:r>
            <a:r>
              <a:rPr lang="en-US" dirty="0" err="1"/>
              <a:t>XMLHttpRequest</a:t>
            </a:r>
            <a:r>
              <a:rPr lang="en-US" dirty="0"/>
              <a:t> object sends a request to a web server</a:t>
            </a:r>
          </a:p>
          <a:p>
            <a:pPr marL="0" indent="0">
              <a:buNone/>
            </a:pPr>
            <a:r>
              <a:rPr lang="en-US" dirty="0"/>
              <a:t>4. The server processes the request</a:t>
            </a:r>
          </a:p>
          <a:p>
            <a:pPr marL="0" indent="0">
              <a:buNone/>
            </a:pPr>
            <a:r>
              <a:rPr lang="en-US" dirty="0"/>
              <a:t>5. The server sends a response back to the web page</a:t>
            </a:r>
          </a:p>
          <a:p>
            <a:pPr marL="0" indent="0">
              <a:buNone/>
            </a:pPr>
            <a:r>
              <a:rPr lang="en-US" dirty="0"/>
              <a:t>6. The response is read by JavaScript</a:t>
            </a:r>
          </a:p>
          <a:p>
            <a:pPr marL="0" indent="0">
              <a:buNone/>
            </a:pPr>
            <a:r>
              <a:rPr lang="en-US" dirty="0"/>
              <a:t>7. Proper action (like page update) is performed by JavaScript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7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138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PITP</vt:lpstr>
      <vt:lpstr>What is AJAX? </vt:lpstr>
      <vt:lpstr>AJAX Working</vt:lpstr>
      <vt:lpstr>AJAX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2025-10-16T09:34:36Z</dcterms:created>
  <dcterms:modified xsi:type="dcterms:W3CDTF">2025-10-16T09:55:54Z</dcterms:modified>
</cp:coreProperties>
</file>