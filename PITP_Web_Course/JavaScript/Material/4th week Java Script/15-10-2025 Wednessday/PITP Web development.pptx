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0F50-485B-292D-B584-9D93DC08F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D880C-540D-5531-71F5-6F3155B83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E24A1-0B49-3A08-76AC-03CB4DAE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1567-50E7-9287-41D4-F2C5D5F56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C1BDA-71CF-43F5-A647-1E24975F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2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A866-8649-6CBE-9D35-A89E5347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606D6-FDAE-AC3D-2258-CF3AACB93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D9370-8C6D-F576-7A73-34CA45B8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27C1D-DD7B-D5D5-71AE-8A364048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477A8-D9E0-11CD-F848-A7D3F761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E8525-EB18-12D0-2545-2F113CE5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D42BA-C724-F7EF-EDF7-C332FF52A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03075-2544-1F68-0FBC-88F41275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AE0BC-FA9D-6371-5D52-E0ABCC1F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20290-6BE0-A477-5968-FB6FF180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5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C208-2C96-5F0E-9AFD-B0519B0A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CEB3-31A2-E257-9B0B-11F69F987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D3045-E774-F687-C28D-B95D5354F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E5E8A-9C22-4630-8878-8054BFFD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C5C7F-BE90-7EEE-168A-76FC18A2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F321C-BB90-6CB1-EADE-70B60BDB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1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33D9D-930F-B744-0869-D69D0368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59650-12FF-6B64-7A13-DCBA77A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DA06E-C3BE-4217-36AC-8EDCC09F1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AB245-3085-235C-4098-4988E5074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92DB6-EF6A-BE9A-1D68-157043C6D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A1D156-FF8D-D7C5-63C5-EB74782C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098A57-4E8D-528F-9393-0222EF04D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30580-2525-54AC-317F-5399F595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7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7317-A032-FFC5-D1C6-27F2D46E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A1E4DC-0C97-6C53-4B5B-66FBE77B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3F756-2A1D-4F8B-B534-8678F39D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A46C7-5D2E-072B-2FA5-4948AF623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1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948A4C-559A-99B2-7242-37C6FE7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F2092-413D-1FD1-3AFF-99E279843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F843E-8477-F7A4-CB74-678AB7E6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0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CE66-6417-B52A-AA26-9079B2CE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D713D-4D97-71CA-2574-70605BF80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30C31-A31B-B43B-21E5-7D5BB7254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77DBD-03A6-CD7B-9D29-98918727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C785E-6D04-5B66-284E-142B08B8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9AEED-D6A6-7F73-D67D-66310EED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75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889EF-FAD4-C9C2-9465-12A52A6B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C9DA6-9C88-CC77-5562-34DF488F3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0EAF8-79E3-0BD6-22EC-4840CD593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4EE24-4F66-3AB1-EFA4-D058664AF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F393-0538-E2F8-F2B3-DF22EA36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3CD04-116B-14C0-F5CA-27C0DA7D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8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7CDD-A925-F0C1-9A99-AF261B7E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C4C5D0-36C3-263B-F797-CAF4C3A8B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60C8C-ABD4-1C28-A717-0E22F1D4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BFBC-B1D2-EA06-5D41-C90F4EDC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3A0BE-EAC7-D554-962C-15B43D02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6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2F11A-135D-E80F-6B96-E931956BC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662DD-C0F0-355D-5D9E-B2C091624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DCA5C-D74B-7FA8-3A41-9BA50C20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FE195-A312-2F82-AB17-71AC85BF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90125-07F9-1BC0-F7DD-E2809E5E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0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C8E46-AFD8-F4E2-A14C-C14A50903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1AE3A-2CB9-E340-B375-6AF2185B1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DE3D1-9171-BC17-6456-12FAA6E19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E4AD8-D16C-4349-9B60-38E4EE5E0621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BA809-AA5F-8648-30F1-5539EC01B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0339E-73A4-B94B-2226-F9E769B17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A0CDE-4475-4C60-8D6C-4CCB4772A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7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es6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15C56-28CF-995F-D9BF-A32A7DEDFA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PITP Web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2F355-035A-F13C-84BF-A85C79247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356933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FA66E-BD9F-0727-3DA3-DAFCBD1FC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67102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Arrow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99319-0E09-C314-F3FD-E2A2F846B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Arrow functions were introduced in </a:t>
            </a:r>
            <a:r>
              <a:rPr lang="en-US" dirty="0">
                <a:hlinkClick r:id="rId2"/>
              </a:rPr>
              <a:t>ES6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Arrow functions allows a shorter syntax for </a:t>
            </a:r>
            <a:r>
              <a:rPr lang="en-US" b="1" dirty="0"/>
              <a:t>function expressions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You don't need the </a:t>
            </a:r>
            <a:r>
              <a:rPr lang="en-US" b="1" dirty="0"/>
              <a:t>function</a:t>
            </a:r>
            <a:r>
              <a:rPr lang="en-US" dirty="0"/>
              <a:t> keyword, the </a:t>
            </a:r>
            <a:r>
              <a:rPr lang="en-US" b="1" dirty="0"/>
              <a:t>return</a:t>
            </a:r>
            <a:r>
              <a:rPr lang="en-US" dirty="0"/>
              <a:t> keyword, and the </a:t>
            </a:r>
            <a:r>
              <a:rPr lang="en-US" b="1" dirty="0"/>
              <a:t>curly brackets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 = (a, b) =&gt; a * b;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result = </a:t>
            </a:r>
            <a:r>
              <a:rPr lang="en-US" dirty="0" err="1"/>
              <a:t>myFunction</a:t>
            </a:r>
            <a:r>
              <a:rPr lang="en-US" dirty="0"/>
              <a:t>(4, 5);</a:t>
            </a:r>
          </a:p>
        </p:txBody>
      </p:sp>
    </p:spTree>
    <p:extLst>
      <p:ext uri="{BB962C8B-B14F-4D97-AF65-F5344CB8AC3E}">
        <p14:creationId xmlns:p14="http://schemas.microsoft.com/office/powerpoint/2010/main" val="49377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A8DB2-CD79-76BA-1879-87596D64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4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Before arrow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E9117-72AD-3102-DDE6-CBCE56C40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myFunction</a:t>
            </a:r>
            <a:r>
              <a:rPr lang="en-US" dirty="0"/>
              <a:t> = function(a, b) {return a * b};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result = </a:t>
            </a:r>
            <a:r>
              <a:rPr lang="en-US" dirty="0" err="1"/>
              <a:t>myFunction</a:t>
            </a:r>
            <a:r>
              <a:rPr lang="en-US" dirty="0"/>
              <a:t>(4, 3);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hello = function() {</a:t>
            </a:r>
          </a:p>
          <a:p>
            <a:pPr marL="0" indent="0">
              <a:buNone/>
            </a:pPr>
            <a:r>
              <a:rPr lang="en-US" dirty="0"/>
              <a:t>  return "Hello World!";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7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FA9FB-BB24-C0D8-BFEF-F9590C59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71599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Parameter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D954D-3928-24E6-9DD3-1E134A19A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myFunction</a:t>
            </a:r>
            <a:r>
              <a:rPr lang="en-US" dirty="0"/>
              <a:t> = new Function("a", "b", "return a * b");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</a:t>
            </a:r>
            <a:r>
              <a:rPr lang="en-US" dirty="0" err="1"/>
              <a:t>myFunction</a:t>
            </a:r>
            <a:r>
              <a:rPr lang="en-US" dirty="0"/>
              <a:t>(4, 3);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7324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5318-3CA2-3547-3211-B3D0CDCC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0882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Argument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46BD-B9C3-E829-D066-A45ADA3EF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(arg1, arg2)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this.firstName</a:t>
            </a:r>
            <a:r>
              <a:rPr lang="en-US" dirty="0"/>
              <a:t> = arg1;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this.lastName</a:t>
            </a:r>
            <a:r>
              <a:rPr lang="en-US" dirty="0"/>
              <a:t>  = arg2;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myObj</a:t>
            </a:r>
            <a:r>
              <a:rPr lang="en-US" dirty="0"/>
              <a:t> = new </a:t>
            </a:r>
            <a:r>
              <a:rPr lang="en-US" dirty="0" err="1"/>
              <a:t>myFunction</a:t>
            </a:r>
            <a:r>
              <a:rPr lang="en-US" dirty="0"/>
              <a:t>("</a:t>
            </a:r>
            <a:r>
              <a:rPr lang="en-US" dirty="0" err="1"/>
              <a:t>John","Doe</a:t>
            </a:r>
            <a:r>
              <a:rPr lang="en-US" dirty="0"/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3617308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2B67-0B68-2447-2795-1F2FE0155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227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With Arrow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03E3-7C0C-9A5F-859A-6C9A7C5A6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 = (a, b) =&gt; a * b;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result = </a:t>
            </a:r>
            <a:r>
              <a:rPr lang="en-US" dirty="0" err="1"/>
              <a:t>myFunction</a:t>
            </a:r>
            <a:r>
              <a:rPr lang="en-US" dirty="0"/>
              <a:t>(4, 5);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hello = () =&gt; {</a:t>
            </a:r>
          </a:p>
          <a:p>
            <a:pPr marL="0" indent="0">
              <a:buNone/>
            </a:pPr>
            <a:r>
              <a:rPr lang="en-US" dirty="0"/>
              <a:t>  return "Hello World!";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let hello = () =&gt; "Hello World!";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7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A770-7148-A6BB-E7EB-3EF47192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6289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Arrow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4AEC6-1829-6636-D804-A6F5D6D4E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/>
              <a:t>let hello = (val) =&gt; "Hello " + val;</a:t>
            </a:r>
          </a:p>
          <a:p>
            <a:pPr marL="0" indent="0">
              <a:buNone/>
            </a:pPr>
            <a:r>
              <a:rPr lang="nn-NO" dirty="0"/>
              <a:t>let hello = val =&gt; "Hello " + val;</a:t>
            </a:r>
          </a:p>
          <a:p>
            <a:pPr marL="0" indent="0">
              <a:buNone/>
            </a:pPr>
            <a:endParaRPr lang="nn-NO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myFunction</a:t>
            </a:r>
            <a:r>
              <a:rPr lang="en-US" dirty="0"/>
              <a:t> = (x, y) =&gt; { return x * y };</a:t>
            </a:r>
          </a:p>
          <a:p>
            <a:pPr marL="0" indent="0">
              <a:buNone/>
            </a:pPr>
            <a:r>
              <a:rPr lang="en-US" dirty="0"/>
              <a:t>let result = </a:t>
            </a:r>
            <a:r>
              <a:rPr lang="en-US" dirty="0" err="1"/>
              <a:t>myFunction</a:t>
            </a:r>
            <a:r>
              <a:rPr lang="en-US" dirty="0"/>
              <a:t>(5, 4);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968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5715-226B-804F-6EA5-9370232E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58" y="1"/>
            <a:ext cx="12081641" cy="1182413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Arrow Function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8EE7B-77FC-FA31-4BD3-2C6CDCBF9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let hello = () =&gt;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+= this;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window.addEventListener</a:t>
            </a:r>
            <a:r>
              <a:rPr lang="en-US" dirty="0"/>
              <a:t>("load", hello);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btn</a:t>
            </a:r>
            <a:r>
              <a:rPr lang="en-US" dirty="0"/>
              <a:t>").</a:t>
            </a:r>
            <a:r>
              <a:rPr lang="en-US" dirty="0" err="1"/>
              <a:t>addEventListener</a:t>
            </a:r>
            <a:r>
              <a:rPr lang="en-US" dirty="0"/>
              <a:t>("click", hello);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76883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3865-461E-C4F2-777D-D096CB55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61696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Rest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ED990-0587-225C-1D2D-7FE085CE5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6" y="1355834"/>
            <a:ext cx="11133083" cy="48211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function sum(...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let sum = 0;</a:t>
            </a:r>
          </a:p>
          <a:p>
            <a:pPr marL="0" indent="0">
              <a:buNone/>
            </a:pPr>
            <a:r>
              <a:rPr lang="en-US" dirty="0"/>
              <a:t>  for (let </a:t>
            </a:r>
            <a:r>
              <a:rPr lang="en-US" dirty="0" err="1"/>
              <a:t>arg</a:t>
            </a:r>
            <a:r>
              <a:rPr lang="en-US" dirty="0"/>
              <a:t> of </a:t>
            </a:r>
            <a:r>
              <a:rPr lang="en-US" dirty="0" err="1"/>
              <a:t>args</a:t>
            </a:r>
            <a:r>
              <a:rPr lang="en-US" dirty="0"/>
              <a:t>) sum += </a:t>
            </a:r>
            <a:r>
              <a:rPr lang="en-US" dirty="0" err="1"/>
              <a:t>arg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return 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x = sum(4, 9, 16, 25, 29, 100, 66, 77);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x;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580832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F694-2458-566C-94B3-86F5157FB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4760"/>
          </a:xfrm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n-US" dirty="0"/>
              <a:t>Call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73C7F-7605-5125-24EA-01B43BA6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28" y="1387366"/>
            <a:ext cx="10817772" cy="478959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const person =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fullName</a:t>
            </a:r>
            <a:r>
              <a:rPr lang="en-US" dirty="0"/>
              <a:t>: function() 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this.firstName</a:t>
            </a:r>
            <a:r>
              <a:rPr lang="en-US" dirty="0"/>
              <a:t> + " " + </a:t>
            </a:r>
            <a:r>
              <a:rPr lang="en-US" dirty="0" err="1"/>
              <a:t>this.lastName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const person1 =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firstName</a:t>
            </a:r>
            <a:r>
              <a:rPr lang="en-US" dirty="0"/>
              <a:t>:"John",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lastName</a:t>
            </a:r>
            <a:r>
              <a:rPr lang="en-US" dirty="0"/>
              <a:t>: "Doe"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const person2 =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firstName</a:t>
            </a:r>
            <a:r>
              <a:rPr lang="en-US" dirty="0"/>
              <a:t>:"Mary",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lastName</a:t>
            </a:r>
            <a:r>
              <a:rPr lang="en-US" dirty="0"/>
              <a:t>: "Doe"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</a:t>
            </a:r>
            <a:r>
              <a:rPr lang="en-US" dirty="0" err="1"/>
              <a:t>person.fullName.call</a:t>
            </a:r>
            <a:r>
              <a:rPr lang="en-US" dirty="0"/>
              <a:t>(person1); 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49610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F49F-0986-67F6-AB97-B039AF81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166"/>
          </a:xfrm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n-US" dirty="0"/>
              <a:t>Bind Function()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FDDF9-AE0E-F8C5-AA89-23FADA2BD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7724"/>
            <a:ext cx="11353800" cy="46792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const person =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firstName</a:t>
            </a:r>
            <a:r>
              <a:rPr lang="en-US" dirty="0"/>
              <a:t>:"John",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lastName</a:t>
            </a:r>
            <a:r>
              <a:rPr lang="en-US" dirty="0"/>
              <a:t>: "Doe",</a:t>
            </a:r>
          </a:p>
          <a:p>
            <a:pPr marL="0" indent="0">
              <a:buNone/>
            </a:pPr>
            <a:r>
              <a:rPr lang="en-US" dirty="0"/>
              <a:t>  display: function() {</a:t>
            </a:r>
          </a:p>
          <a:p>
            <a:pPr marL="0" indent="0">
              <a:buNone/>
            </a:pPr>
            <a:r>
              <a:rPr lang="en-US" dirty="0"/>
              <a:t>    let x = </a:t>
            </a:r>
            <a:r>
              <a:rPr lang="en-US" dirty="0" err="1"/>
              <a:t>document.getElementById</a:t>
            </a:r>
            <a:r>
              <a:rPr lang="en-US" dirty="0"/>
              <a:t>("demo");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x.innerHTML</a:t>
            </a:r>
            <a:r>
              <a:rPr lang="en-US" dirty="0"/>
              <a:t> = </a:t>
            </a:r>
            <a:r>
              <a:rPr lang="en-US" dirty="0" err="1"/>
              <a:t>this.firstName</a:t>
            </a:r>
            <a:r>
              <a:rPr lang="en-US" dirty="0"/>
              <a:t> + " " + </a:t>
            </a:r>
            <a:r>
              <a:rPr lang="en-US" dirty="0" err="1"/>
              <a:t>this.lastName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display = </a:t>
            </a:r>
            <a:r>
              <a:rPr lang="en-US" dirty="0" err="1"/>
              <a:t>person.display.bind</a:t>
            </a:r>
            <a:r>
              <a:rPr lang="en-US" dirty="0"/>
              <a:t>(person);</a:t>
            </a:r>
          </a:p>
          <a:p>
            <a:pPr marL="0" indent="0">
              <a:buNone/>
            </a:pPr>
            <a:r>
              <a:rPr lang="en-US" dirty="0" err="1"/>
              <a:t>setTimeout</a:t>
            </a:r>
            <a:r>
              <a:rPr lang="en-US" dirty="0"/>
              <a:t>(display, 3000);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537532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6E79-7E31-F3D7-564C-237B9CAD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29710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JavaScript classes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820F9-424B-823E-8FB9-730DC8729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841" y="1229710"/>
            <a:ext cx="11006959" cy="494725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class Car {</a:t>
            </a:r>
          </a:p>
          <a:p>
            <a:pPr marL="0" indent="0">
              <a:buNone/>
            </a:pPr>
            <a:r>
              <a:rPr lang="en-US" dirty="0"/>
              <a:t>  constructor(name, year) {</a:t>
            </a:r>
          </a:p>
          <a:p>
            <a:pPr marL="0" indent="0">
              <a:buNone/>
            </a:pPr>
            <a:r>
              <a:rPr lang="en-US" dirty="0"/>
              <a:t>    this.name = name;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this.year</a:t>
            </a:r>
            <a:r>
              <a:rPr lang="en-US" dirty="0"/>
              <a:t> = year;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 myCar1 = new Car("Ford", 2014);</a:t>
            </a:r>
          </a:p>
          <a:p>
            <a:pPr marL="0" indent="0">
              <a:buNone/>
            </a:pPr>
            <a:r>
              <a:rPr lang="en-US" dirty="0"/>
              <a:t>const myCar2 = new Car("Audi", 2019);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myCar1.name + " " + myCar2.name;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78502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4238B-61DD-47DE-17D2-56566EE5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03586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JavaScript class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539B5-F77D-96BC-D3A1-A31AA8943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292772"/>
            <a:ext cx="12659710" cy="556522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class Car {</a:t>
            </a:r>
          </a:p>
          <a:p>
            <a:pPr marL="0" indent="0">
              <a:buNone/>
            </a:pPr>
            <a:r>
              <a:rPr lang="en-US" dirty="0"/>
              <a:t>  constructor(name, year) {</a:t>
            </a:r>
          </a:p>
          <a:p>
            <a:pPr marL="0" indent="0">
              <a:buNone/>
            </a:pPr>
            <a:r>
              <a:rPr lang="en-US" dirty="0"/>
              <a:t>    this.name = name;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this.year</a:t>
            </a:r>
            <a:r>
              <a:rPr lang="en-US" dirty="0"/>
              <a:t> = year;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  age() {</a:t>
            </a:r>
          </a:p>
          <a:p>
            <a:pPr marL="0" indent="0">
              <a:buNone/>
            </a:pPr>
            <a:r>
              <a:rPr lang="en-US" dirty="0"/>
              <a:t>    const date = new Date();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date.getFullYear</a:t>
            </a:r>
            <a:r>
              <a:rPr lang="en-US" dirty="0"/>
              <a:t>() - </a:t>
            </a:r>
            <a:r>
              <a:rPr lang="en-US" dirty="0" err="1"/>
              <a:t>this.year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myCar</a:t>
            </a:r>
            <a:r>
              <a:rPr lang="en-US" dirty="0"/>
              <a:t> = new Car("Ford", 2014);</a:t>
            </a:r>
          </a:p>
          <a:p>
            <a:pPr marL="0" indent="0">
              <a:buNone/>
            </a:pP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"My car is " + </a:t>
            </a:r>
            <a:r>
              <a:rPr lang="en-US" dirty="0" err="1"/>
              <a:t>myCar.age</a:t>
            </a:r>
            <a:r>
              <a:rPr lang="en-US" dirty="0"/>
              <a:t>() + " years old.";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856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8C880-E18A-8C94-FCF1-FE3CF277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72054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Web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92C71-3444-1FC7-54CB-2F8699A83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7724"/>
            <a:ext cx="10896600" cy="4679239"/>
          </a:xfrm>
        </p:spPr>
        <p:txBody>
          <a:bodyPr/>
          <a:lstStyle/>
          <a:p>
            <a:r>
              <a:rPr lang="en-US" sz="4400" dirty="0">
                <a:solidFill>
                  <a:srgbClr val="FF0000"/>
                </a:solidFill>
                <a:highlight>
                  <a:srgbClr val="FFFF00"/>
                </a:highlight>
              </a:rPr>
              <a:t>What is Web API?</a:t>
            </a:r>
          </a:p>
          <a:p>
            <a:pPr marL="0" indent="0">
              <a:buNone/>
            </a:pPr>
            <a:endParaRPr lang="en-US" sz="4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/>
              <a:t>API stands for </a:t>
            </a:r>
            <a:r>
              <a:rPr lang="en-US" b="1" dirty="0"/>
              <a:t>A</a:t>
            </a:r>
            <a:r>
              <a:rPr lang="en-US" dirty="0"/>
              <a:t>pplication </a:t>
            </a:r>
            <a:r>
              <a:rPr lang="en-US" b="1" dirty="0"/>
              <a:t>P</a:t>
            </a:r>
            <a:r>
              <a:rPr lang="en-US" dirty="0"/>
              <a:t>rogramming </a:t>
            </a:r>
            <a:r>
              <a:rPr lang="en-US" b="1" dirty="0"/>
              <a:t>I</a:t>
            </a:r>
            <a:r>
              <a:rPr lang="en-US" dirty="0"/>
              <a:t>nterface.</a:t>
            </a:r>
          </a:p>
          <a:p>
            <a:pPr marL="0" indent="0">
              <a:buNone/>
            </a:pPr>
            <a:r>
              <a:rPr lang="en-US" dirty="0"/>
              <a:t>A Web API is an application programming interface for the Web.</a:t>
            </a:r>
          </a:p>
          <a:p>
            <a:pPr marL="0" indent="0">
              <a:buNone/>
            </a:pPr>
            <a:r>
              <a:rPr lang="en-US" dirty="0"/>
              <a:t>A Browser API can extend the functionality of a web browser.</a:t>
            </a:r>
          </a:p>
          <a:p>
            <a:pPr marL="0" indent="0">
              <a:buNone/>
            </a:pPr>
            <a:r>
              <a:rPr lang="en-US" dirty="0"/>
              <a:t>A Server API can extend the functionality of a web server.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395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67A2-E0D7-5576-2B85-CEC4AF0C6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9806"/>
          </a:xfrm>
          <a:solidFill>
            <a:srgbClr val="00B050"/>
          </a:solidFill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WEB API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7A04B-9EB4-8820-0600-841CB7777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function </a:t>
            </a:r>
            <a:r>
              <a:rPr lang="en-US" dirty="0" err="1"/>
              <a:t>getLocation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  if (</a:t>
            </a:r>
            <a:r>
              <a:rPr lang="en-US" dirty="0" err="1"/>
              <a:t>navigator.geolocation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 err="1"/>
              <a:t>navigator.geolocation.getCurrentPosition</a:t>
            </a:r>
            <a:r>
              <a:rPr lang="en-US" dirty="0"/>
              <a:t>(</a:t>
            </a:r>
            <a:r>
              <a:rPr lang="en-US" dirty="0" err="1"/>
              <a:t>showPosition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  } else {</a:t>
            </a:r>
            <a:br>
              <a:rPr lang="en-US" dirty="0"/>
            </a:br>
            <a:r>
              <a:rPr lang="en-US" dirty="0"/>
              <a:t>    </a:t>
            </a:r>
            <a:r>
              <a:rPr lang="en-US" dirty="0" err="1"/>
              <a:t>myElement.innerHTML</a:t>
            </a:r>
            <a:r>
              <a:rPr lang="en-US" dirty="0"/>
              <a:t> = "Geolocation is not supported by this browser.";</a:t>
            </a:r>
            <a:br>
              <a:rPr lang="en-US" dirty="0"/>
            </a:br>
            <a:r>
              <a:rPr lang="en-US" dirty="0"/>
              <a:t> 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function </a:t>
            </a:r>
            <a:r>
              <a:rPr lang="en-US" dirty="0" err="1"/>
              <a:t>showPosition</a:t>
            </a:r>
            <a:r>
              <a:rPr lang="en-US" dirty="0"/>
              <a:t>(position) {</a:t>
            </a:r>
            <a:br>
              <a:rPr lang="en-US" dirty="0"/>
            </a:br>
            <a:r>
              <a:rPr lang="en-US" dirty="0"/>
              <a:t>  </a:t>
            </a:r>
            <a:r>
              <a:rPr lang="en-US" dirty="0" err="1"/>
              <a:t>myElement.innerHTML</a:t>
            </a:r>
            <a:r>
              <a:rPr lang="en-US" dirty="0"/>
              <a:t> = "Latitude: " + </a:t>
            </a:r>
            <a:r>
              <a:rPr lang="en-US" dirty="0" err="1"/>
              <a:t>position.coords.latitude</a:t>
            </a:r>
            <a:r>
              <a:rPr lang="en-US" dirty="0"/>
              <a:t> +</a:t>
            </a:r>
            <a:br>
              <a:rPr lang="en-US" dirty="0"/>
            </a:br>
            <a:r>
              <a:rPr lang="en-US" dirty="0"/>
              <a:t>  "&lt;</a:t>
            </a:r>
            <a:r>
              <a:rPr lang="en-US" dirty="0" err="1"/>
              <a:t>br</a:t>
            </a:r>
            <a:r>
              <a:rPr lang="en-US" dirty="0"/>
              <a:t>&gt;Longitude: " + </a:t>
            </a:r>
            <a:r>
              <a:rPr lang="en-US" dirty="0" err="1"/>
              <a:t>position.coords.longitude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673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858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PITP Web development</vt:lpstr>
      <vt:lpstr>Arrow Functions</vt:lpstr>
      <vt:lpstr>Before arrow function</vt:lpstr>
      <vt:lpstr>Parameter functions</vt:lpstr>
      <vt:lpstr>Argument Functions</vt:lpstr>
      <vt:lpstr>With Arrow Function</vt:lpstr>
      <vt:lpstr>Arrow Functions</vt:lpstr>
      <vt:lpstr>Arrow Function Example</vt:lpstr>
      <vt:lpstr>Rest Function </vt:lpstr>
      <vt:lpstr>Call Functions</vt:lpstr>
      <vt:lpstr>Bind Function()</vt:lpstr>
      <vt:lpstr>JavaScript classes </vt:lpstr>
      <vt:lpstr>JavaScript class methods</vt:lpstr>
      <vt:lpstr>Web API</vt:lpstr>
      <vt:lpstr>WEB API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22</cp:revision>
  <dcterms:created xsi:type="dcterms:W3CDTF">2025-10-15T02:18:09Z</dcterms:created>
  <dcterms:modified xsi:type="dcterms:W3CDTF">2025-10-15T07:52:22Z</dcterms:modified>
</cp:coreProperties>
</file>