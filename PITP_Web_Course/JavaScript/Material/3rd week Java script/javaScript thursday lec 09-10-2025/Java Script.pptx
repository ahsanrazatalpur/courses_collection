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3" r:id="rId6"/>
    <p:sldId id="261" r:id="rId7"/>
    <p:sldId id="262" r:id="rId8"/>
    <p:sldId id="264" r:id="rId9"/>
    <p:sldId id="265" r:id="rId10"/>
    <p:sldId id="266" r:id="rId11"/>
    <p:sldId id="26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1" d="100"/>
          <a:sy n="61" d="100"/>
        </p:scale>
        <p:origin x="109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A2252-F286-0776-A0B1-6397ACDE12E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1A954FE-E335-B4B2-F903-40FD408D14D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1B405D-41EF-38AE-EDD5-AF8C625F9F33}"/>
              </a:ext>
            </a:extLst>
          </p:cNvPr>
          <p:cNvSpPr>
            <a:spLocks noGrp="1"/>
          </p:cNvSpPr>
          <p:nvPr>
            <p:ph type="dt" sz="half" idx="10"/>
          </p:nvPr>
        </p:nvSpPr>
        <p:spPr/>
        <p:txBody>
          <a:bodyPr/>
          <a:lstStyle/>
          <a:p>
            <a:fld id="{45110595-B5DC-4DF2-919B-DF90D363350C}" type="datetimeFigureOut">
              <a:rPr lang="en-US" smtClean="0"/>
              <a:t>10/9/2025</a:t>
            </a:fld>
            <a:endParaRPr lang="en-US"/>
          </a:p>
        </p:txBody>
      </p:sp>
      <p:sp>
        <p:nvSpPr>
          <p:cNvPr id="5" name="Footer Placeholder 4">
            <a:extLst>
              <a:ext uri="{FF2B5EF4-FFF2-40B4-BE49-F238E27FC236}">
                <a16:creationId xmlns:a16="http://schemas.microsoft.com/office/drawing/2014/main" id="{01497E03-3326-803C-6390-1ECD9C487A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4A1EE8-2F5A-A83F-0534-51C3386B7612}"/>
              </a:ext>
            </a:extLst>
          </p:cNvPr>
          <p:cNvSpPr>
            <a:spLocks noGrp="1"/>
          </p:cNvSpPr>
          <p:nvPr>
            <p:ph type="sldNum" sz="quarter" idx="12"/>
          </p:nvPr>
        </p:nvSpPr>
        <p:spPr/>
        <p:txBody>
          <a:bodyPr/>
          <a:lstStyle/>
          <a:p>
            <a:fld id="{4846BA24-11C0-4252-9525-F2B0683979FC}" type="slidenum">
              <a:rPr lang="en-US" smtClean="0"/>
              <a:t>‹#›</a:t>
            </a:fld>
            <a:endParaRPr lang="en-US"/>
          </a:p>
        </p:txBody>
      </p:sp>
    </p:spTree>
    <p:extLst>
      <p:ext uri="{BB962C8B-B14F-4D97-AF65-F5344CB8AC3E}">
        <p14:creationId xmlns:p14="http://schemas.microsoft.com/office/powerpoint/2010/main" val="17494696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ECE950-31F7-F25F-173C-16931C0C3B3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211B3C6-DFCC-94F2-DB2A-C66976782E0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E2ABEB-48D6-B84E-94F1-4541582CD8A6}"/>
              </a:ext>
            </a:extLst>
          </p:cNvPr>
          <p:cNvSpPr>
            <a:spLocks noGrp="1"/>
          </p:cNvSpPr>
          <p:nvPr>
            <p:ph type="dt" sz="half" idx="10"/>
          </p:nvPr>
        </p:nvSpPr>
        <p:spPr/>
        <p:txBody>
          <a:bodyPr/>
          <a:lstStyle/>
          <a:p>
            <a:fld id="{45110595-B5DC-4DF2-919B-DF90D363350C}" type="datetimeFigureOut">
              <a:rPr lang="en-US" smtClean="0"/>
              <a:t>10/9/2025</a:t>
            </a:fld>
            <a:endParaRPr lang="en-US"/>
          </a:p>
        </p:txBody>
      </p:sp>
      <p:sp>
        <p:nvSpPr>
          <p:cNvPr id="5" name="Footer Placeholder 4">
            <a:extLst>
              <a:ext uri="{FF2B5EF4-FFF2-40B4-BE49-F238E27FC236}">
                <a16:creationId xmlns:a16="http://schemas.microsoft.com/office/drawing/2014/main" id="{76712D02-45C2-069B-4551-8C396A3F31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6F8841-DD2D-CB7B-0E4D-122A3607529E}"/>
              </a:ext>
            </a:extLst>
          </p:cNvPr>
          <p:cNvSpPr>
            <a:spLocks noGrp="1"/>
          </p:cNvSpPr>
          <p:nvPr>
            <p:ph type="sldNum" sz="quarter" idx="12"/>
          </p:nvPr>
        </p:nvSpPr>
        <p:spPr/>
        <p:txBody>
          <a:bodyPr/>
          <a:lstStyle/>
          <a:p>
            <a:fld id="{4846BA24-11C0-4252-9525-F2B0683979FC}" type="slidenum">
              <a:rPr lang="en-US" smtClean="0"/>
              <a:t>‹#›</a:t>
            </a:fld>
            <a:endParaRPr lang="en-US"/>
          </a:p>
        </p:txBody>
      </p:sp>
    </p:spTree>
    <p:extLst>
      <p:ext uri="{BB962C8B-B14F-4D97-AF65-F5344CB8AC3E}">
        <p14:creationId xmlns:p14="http://schemas.microsoft.com/office/powerpoint/2010/main" val="38778995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FF2DA-200C-A76A-7F56-DCFE857F77F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35161F9-2568-5F1A-3B80-9311E1DCCA7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3D86C5F-2E65-50CE-388F-049D4A3DEBDA}"/>
              </a:ext>
            </a:extLst>
          </p:cNvPr>
          <p:cNvSpPr>
            <a:spLocks noGrp="1"/>
          </p:cNvSpPr>
          <p:nvPr>
            <p:ph type="dt" sz="half" idx="10"/>
          </p:nvPr>
        </p:nvSpPr>
        <p:spPr/>
        <p:txBody>
          <a:bodyPr/>
          <a:lstStyle/>
          <a:p>
            <a:fld id="{45110595-B5DC-4DF2-919B-DF90D363350C}" type="datetimeFigureOut">
              <a:rPr lang="en-US" smtClean="0"/>
              <a:t>10/9/2025</a:t>
            </a:fld>
            <a:endParaRPr lang="en-US"/>
          </a:p>
        </p:txBody>
      </p:sp>
      <p:sp>
        <p:nvSpPr>
          <p:cNvPr id="5" name="Footer Placeholder 4">
            <a:extLst>
              <a:ext uri="{FF2B5EF4-FFF2-40B4-BE49-F238E27FC236}">
                <a16:creationId xmlns:a16="http://schemas.microsoft.com/office/drawing/2014/main" id="{D66C14B8-3034-7F1C-D838-CE3BBCEE2A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0DB24A-62AD-8FD5-C235-1E1C6AF9E2A6}"/>
              </a:ext>
            </a:extLst>
          </p:cNvPr>
          <p:cNvSpPr>
            <a:spLocks noGrp="1"/>
          </p:cNvSpPr>
          <p:nvPr>
            <p:ph type="sldNum" sz="quarter" idx="12"/>
          </p:nvPr>
        </p:nvSpPr>
        <p:spPr/>
        <p:txBody>
          <a:bodyPr/>
          <a:lstStyle/>
          <a:p>
            <a:fld id="{4846BA24-11C0-4252-9525-F2B0683979FC}" type="slidenum">
              <a:rPr lang="en-US" smtClean="0"/>
              <a:t>‹#›</a:t>
            </a:fld>
            <a:endParaRPr lang="en-US"/>
          </a:p>
        </p:txBody>
      </p:sp>
    </p:spTree>
    <p:extLst>
      <p:ext uri="{BB962C8B-B14F-4D97-AF65-F5344CB8AC3E}">
        <p14:creationId xmlns:p14="http://schemas.microsoft.com/office/powerpoint/2010/main" val="504758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76561-7C35-48D3-7825-86866646886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31EEC37-FF6C-06C4-B07C-A3391022999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1791AB3-64A4-49BB-D684-DB3DB9073B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FE64161-9096-AAFB-FCBE-37265624606F}"/>
              </a:ext>
            </a:extLst>
          </p:cNvPr>
          <p:cNvSpPr>
            <a:spLocks noGrp="1"/>
          </p:cNvSpPr>
          <p:nvPr>
            <p:ph type="dt" sz="half" idx="10"/>
          </p:nvPr>
        </p:nvSpPr>
        <p:spPr/>
        <p:txBody>
          <a:bodyPr/>
          <a:lstStyle/>
          <a:p>
            <a:fld id="{45110595-B5DC-4DF2-919B-DF90D363350C}" type="datetimeFigureOut">
              <a:rPr lang="en-US" smtClean="0"/>
              <a:t>10/9/2025</a:t>
            </a:fld>
            <a:endParaRPr lang="en-US"/>
          </a:p>
        </p:txBody>
      </p:sp>
      <p:sp>
        <p:nvSpPr>
          <p:cNvPr id="6" name="Footer Placeholder 5">
            <a:extLst>
              <a:ext uri="{FF2B5EF4-FFF2-40B4-BE49-F238E27FC236}">
                <a16:creationId xmlns:a16="http://schemas.microsoft.com/office/drawing/2014/main" id="{470F4289-405A-E7E9-FE9D-4761BBDF6B6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7F648E4-462A-2EF3-6D2F-7A3B9C1E1CF9}"/>
              </a:ext>
            </a:extLst>
          </p:cNvPr>
          <p:cNvSpPr>
            <a:spLocks noGrp="1"/>
          </p:cNvSpPr>
          <p:nvPr>
            <p:ph type="sldNum" sz="quarter" idx="12"/>
          </p:nvPr>
        </p:nvSpPr>
        <p:spPr/>
        <p:txBody>
          <a:bodyPr/>
          <a:lstStyle/>
          <a:p>
            <a:fld id="{4846BA24-11C0-4252-9525-F2B0683979FC}" type="slidenum">
              <a:rPr lang="en-US" smtClean="0"/>
              <a:t>‹#›</a:t>
            </a:fld>
            <a:endParaRPr lang="en-US"/>
          </a:p>
        </p:txBody>
      </p:sp>
    </p:spTree>
    <p:extLst>
      <p:ext uri="{BB962C8B-B14F-4D97-AF65-F5344CB8AC3E}">
        <p14:creationId xmlns:p14="http://schemas.microsoft.com/office/powerpoint/2010/main" val="27058237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CE859-B2B5-83EB-F849-050D9E22842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7800B7B-BD53-1E17-934B-F8F29B320C8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08FF9F3-B253-B485-A893-A2427D6CB61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CA039FB-0D61-2412-45F0-2B491659EE0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2BDB0CB-3B40-7575-FD7C-2FE2D8EE5DE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BDCFC45-E748-543B-94F7-CEEDAF58A1F6}"/>
              </a:ext>
            </a:extLst>
          </p:cNvPr>
          <p:cNvSpPr>
            <a:spLocks noGrp="1"/>
          </p:cNvSpPr>
          <p:nvPr>
            <p:ph type="dt" sz="half" idx="10"/>
          </p:nvPr>
        </p:nvSpPr>
        <p:spPr/>
        <p:txBody>
          <a:bodyPr/>
          <a:lstStyle/>
          <a:p>
            <a:fld id="{45110595-B5DC-4DF2-919B-DF90D363350C}" type="datetimeFigureOut">
              <a:rPr lang="en-US" smtClean="0"/>
              <a:t>10/9/2025</a:t>
            </a:fld>
            <a:endParaRPr lang="en-US"/>
          </a:p>
        </p:txBody>
      </p:sp>
      <p:sp>
        <p:nvSpPr>
          <p:cNvPr id="8" name="Footer Placeholder 7">
            <a:extLst>
              <a:ext uri="{FF2B5EF4-FFF2-40B4-BE49-F238E27FC236}">
                <a16:creationId xmlns:a16="http://schemas.microsoft.com/office/drawing/2014/main" id="{A730974C-7C4D-DE91-D84F-04D379DDCD8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02162B3-0F72-B716-023F-52DE02F3AAEE}"/>
              </a:ext>
            </a:extLst>
          </p:cNvPr>
          <p:cNvSpPr>
            <a:spLocks noGrp="1"/>
          </p:cNvSpPr>
          <p:nvPr>
            <p:ph type="sldNum" sz="quarter" idx="12"/>
          </p:nvPr>
        </p:nvSpPr>
        <p:spPr/>
        <p:txBody>
          <a:bodyPr/>
          <a:lstStyle/>
          <a:p>
            <a:fld id="{4846BA24-11C0-4252-9525-F2B0683979FC}" type="slidenum">
              <a:rPr lang="en-US" smtClean="0"/>
              <a:t>‹#›</a:t>
            </a:fld>
            <a:endParaRPr lang="en-US"/>
          </a:p>
        </p:txBody>
      </p:sp>
    </p:spTree>
    <p:extLst>
      <p:ext uri="{BB962C8B-B14F-4D97-AF65-F5344CB8AC3E}">
        <p14:creationId xmlns:p14="http://schemas.microsoft.com/office/powerpoint/2010/main" val="12438854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371F7-D6AB-11D7-82E5-73142BC514A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ED8600D-C3D9-DD29-7C72-770175990CFE}"/>
              </a:ext>
            </a:extLst>
          </p:cNvPr>
          <p:cNvSpPr>
            <a:spLocks noGrp="1"/>
          </p:cNvSpPr>
          <p:nvPr>
            <p:ph type="dt" sz="half" idx="10"/>
          </p:nvPr>
        </p:nvSpPr>
        <p:spPr/>
        <p:txBody>
          <a:bodyPr/>
          <a:lstStyle/>
          <a:p>
            <a:fld id="{45110595-B5DC-4DF2-919B-DF90D363350C}" type="datetimeFigureOut">
              <a:rPr lang="en-US" smtClean="0"/>
              <a:t>10/9/2025</a:t>
            </a:fld>
            <a:endParaRPr lang="en-US"/>
          </a:p>
        </p:txBody>
      </p:sp>
      <p:sp>
        <p:nvSpPr>
          <p:cNvPr id="4" name="Footer Placeholder 3">
            <a:extLst>
              <a:ext uri="{FF2B5EF4-FFF2-40B4-BE49-F238E27FC236}">
                <a16:creationId xmlns:a16="http://schemas.microsoft.com/office/drawing/2014/main" id="{8B9A25B0-FA2E-42D4-F731-C29D75CF9F7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429ECB0-4914-44EC-5E13-A62F6A2CBD5C}"/>
              </a:ext>
            </a:extLst>
          </p:cNvPr>
          <p:cNvSpPr>
            <a:spLocks noGrp="1"/>
          </p:cNvSpPr>
          <p:nvPr>
            <p:ph type="sldNum" sz="quarter" idx="12"/>
          </p:nvPr>
        </p:nvSpPr>
        <p:spPr/>
        <p:txBody>
          <a:bodyPr/>
          <a:lstStyle/>
          <a:p>
            <a:fld id="{4846BA24-11C0-4252-9525-F2B0683979FC}" type="slidenum">
              <a:rPr lang="en-US" smtClean="0"/>
              <a:t>‹#›</a:t>
            </a:fld>
            <a:endParaRPr lang="en-US"/>
          </a:p>
        </p:txBody>
      </p:sp>
    </p:spTree>
    <p:extLst>
      <p:ext uri="{BB962C8B-B14F-4D97-AF65-F5344CB8AC3E}">
        <p14:creationId xmlns:p14="http://schemas.microsoft.com/office/powerpoint/2010/main" val="19550495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E183EA-D5A3-EC0B-02D6-24E975DD6750}"/>
              </a:ext>
            </a:extLst>
          </p:cNvPr>
          <p:cNvSpPr>
            <a:spLocks noGrp="1"/>
          </p:cNvSpPr>
          <p:nvPr>
            <p:ph type="dt" sz="half" idx="10"/>
          </p:nvPr>
        </p:nvSpPr>
        <p:spPr/>
        <p:txBody>
          <a:bodyPr/>
          <a:lstStyle/>
          <a:p>
            <a:fld id="{45110595-B5DC-4DF2-919B-DF90D363350C}" type="datetimeFigureOut">
              <a:rPr lang="en-US" smtClean="0"/>
              <a:t>10/9/2025</a:t>
            </a:fld>
            <a:endParaRPr lang="en-US"/>
          </a:p>
        </p:txBody>
      </p:sp>
      <p:sp>
        <p:nvSpPr>
          <p:cNvPr id="3" name="Footer Placeholder 2">
            <a:extLst>
              <a:ext uri="{FF2B5EF4-FFF2-40B4-BE49-F238E27FC236}">
                <a16:creationId xmlns:a16="http://schemas.microsoft.com/office/drawing/2014/main" id="{AB780A84-A4F5-8C23-C16C-EC941A475BE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3BD5350-F7B8-CFB5-5031-0A967FF08A2E}"/>
              </a:ext>
            </a:extLst>
          </p:cNvPr>
          <p:cNvSpPr>
            <a:spLocks noGrp="1"/>
          </p:cNvSpPr>
          <p:nvPr>
            <p:ph type="sldNum" sz="quarter" idx="12"/>
          </p:nvPr>
        </p:nvSpPr>
        <p:spPr/>
        <p:txBody>
          <a:bodyPr/>
          <a:lstStyle/>
          <a:p>
            <a:fld id="{4846BA24-11C0-4252-9525-F2B0683979FC}" type="slidenum">
              <a:rPr lang="en-US" smtClean="0"/>
              <a:t>‹#›</a:t>
            </a:fld>
            <a:endParaRPr lang="en-US"/>
          </a:p>
        </p:txBody>
      </p:sp>
    </p:spTree>
    <p:extLst>
      <p:ext uri="{BB962C8B-B14F-4D97-AF65-F5344CB8AC3E}">
        <p14:creationId xmlns:p14="http://schemas.microsoft.com/office/powerpoint/2010/main" val="1699921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45593-F68E-AE9F-D03C-DC09FED7CC1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AF552CB-91C6-FF39-E71F-32D353F712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FF16E48-74E7-293A-3DB6-76C00D0EB0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21B41D-4E49-2C21-D4CF-509A40798142}"/>
              </a:ext>
            </a:extLst>
          </p:cNvPr>
          <p:cNvSpPr>
            <a:spLocks noGrp="1"/>
          </p:cNvSpPr>
          <p:nvPr>
            <p:ph type="dt" sz="half" idx="10"/>
          </p:nvPr>
        </p:nvSpPr>
        <p:spPr/>
        <p:txBody>
          <a:bodyPr/>
          <a:lstStyle/>
          <a:p>
            <a:fld id="{45110595-B5DC-4DF2-919B-DF90D363350C}" type="datetimeFigureOut">
              <a:rPr lang="en-US" smtClean="0"/>
              <a:t>10/9/2025</a:t>
            </a:fld>
            <a:endParaRPr lang="en-US"/>
          </a:p>
        </p:txBody>
      </p:sp>
      <p:sp>
        <p:nvSpPr>
          <p:cNvPr id="6" name="Footer Placeholder 5">
            <a:extLst>
              <a:ext uri="{FF2B5EF4-FFF2-40B4-BE49-F238E27FC236}">
                <a16:creationId xmlns:a16="http://schemas.microsoft.com/office/drawing/2014/main" id="{734D6187-8841-D836-81F5-B613E6EBCA4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EDD77C7-41EB-10A5-B0C3-876C7DBEF9A4}"/>
              </a:ext>
            </a:extLst>
          </p:cNvPr>
          <p:cNvSpPr>
            <a:spLocks noGrp="1"/>
          </p:cNvSpPr>
          <p:nvPr>
            <p:ph type="sldNum" sz="quarter" idx="12"/>
          </p:nvPr>
        </p:nvSpPr>
        <p:spPr/>
        <p:txBody>
          <a:bodyPr/>
          <a:lstStyle/>
          <a:p>
            <a:fld id="{4846BA24-11C0-4252-9525-F2B0683979FC}" type="slidenum">
              <a:rPr lang="en-US" smtClean="0"/>
              <a:t>‹#›</a:t>
            </a:fld>
            <a:endParaRPr lang="en-US"/>
          </a:p>
        </p:txBody>
      </p:sp>
    </p:spTree>
    <p:extLst>
      <p:ext uri="{BB962C8B-B14F-4D97-AF65-F5344CB8AC3E}">
        <p14:creationId xmlns:p14="http://schemas.microsoft.com/office/powerpoint/2010/main" val="6060585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B7AE29-C13C-92BA-9828-31E4075274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0544F9B-49AD-4527-A747-B5A63A27CB9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4EAA017-7899-F77E-294F-B75A72EB8B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6C2897-DB86-E821-EC97-24225341D1F3}"/>
              </a:ext>
            </a:extLst>
          </p:cNvPr>
          <p:cNvSpPr>
            <a:spLocks noGrp="1"/>
          </p:cNvSpPr>
          <p:nvPr>
            <p:ph type="dt" sz="half" idx="10"/>
          </p:nvPr>
        </p:nvSpPr>
        <p:spPr/>
        <p:txBody>
          <a:bodyPr/>
          <a:lstStyle/>
          <a:p>
            <a:fld id="{45110595-B5DC-4DF2-919B-DF90D363350C}" type="datetimeFigureOut">
              <a:rPr lang="en-US" smtClean="0"/>
              <a:t>10/9/2025</a:t>
            </a:fld>
            <a:endParaRPr lang="en-US"/>
          </a:p>
        </p:txBody>
      </p:sp>
      <p:sp>
        <p:nvSpPr>
          <p:cNvPr id="6" name="Footer Placeholder 5">
            <a:extLst>
              <a:ext uri="{FF2B5EF4-FFF2-40B4-BE49-F238E27FC236}">
                <a16:creationId xmlns:a16="http://schemas.microsoft.com/office/drawing/2014/main" id="{F650710B-ABF8-25D0-1DB0-419D4B2949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92B8D17-3C67-1D6D-A3E4-2AE78DEF89C8}"/>
              </a:ext>
            </a:extLst>
          </p:cNvPr>
          <p:cNvSpPr>
            <a:spLocks noGrp="1"/>
          </p:cNvSpPr>
          <p:nvPr>
            <p:ph type="sldNum" sz="quarter" idx="12"/>
          </p:nvPr>
        </p:nvSpPr>
        <p:spPr/>
        <p:txBody>
          <a:bodyPr/>
          <a:lstStyle/>
          <a:p>
            <a:fld id="{4846BA24-11C0-4252-9525-F2B0683979FC}" type="slidenum">
              <a:rPr lang="en-US" smtClean="0"/>
              <a:t>‹#›</a:t>
            </a:fld>
            <a:endParaRPr lang="en-US"/>
          </a:p>
        </p:txBody>
      </p:sp>
    </p:spTree>
    <p:extLst>
      <p:ext uri="{BB962C8B-B14F-4D97-AF65-F5344CB8AC3E}">
        <p14:creationId xmlns:p14="http://schemas.microsoft.com/office/powerpoint/2010/main" val="11091983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5AF97-D6DE-1D50-DBD9-12CFACA3BBD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455C005-F813-4FA7-375F-7323375AA19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32BE076-F814-5998-CF96-6746E84E2E53}"/>
              </a:ext>
            </a:extLst>
          </p:cNvPr>
          <p:cNvSpPr>
            <a:spLocks noGrp="1"/>
          </p:cNvSpPr>
          <p:nvPr>
            <p:ph type="dt" sz="half" idx="10"/>
          </p:nvPr>
        </p:nvSpPr>
        <p:spPr/>
        <p:txBody>
          <a:bodyPr/>
          <a:lstStyle/>
          <a:p>
            <a:fld id="{45110595-B5DC-4DF2-919B-DF90D363350C}" type="datetimeFigureOut">
              <a:rPr lang="en-US" smtClean="0"/>
              <a:t>10/9/2025</a:t>
            </a:fld>
            <a:endParaRPr lang="en-US"/>
          </a:p>
        </p:txBody>
      </p:sp>
      <p:sp>
        <p:nvSpPr>
          <p:cNvPr id="5" name="Footer Placeholder 4">
            <a:extLst>
              <a:ext uri="{FF2B5EF4-FFF2-40B4-BE49-F238E27FC236}">
                <a16:creationId xmlns:a16="http://schemas.microsoft.com/office/drawing/2014/main" id="{53E749FA-F2C4-5781-792C-7C1D3A918A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5FF472-EEBA-DDFA-3936-33D2C83F1ABB}"/>
              </a:ext>
            </a:extLst>
          </p:cNvPr>
          <p:cNvSpPr>
            <a:spLocks noGrp="1"/>
          </p:cNvSpPr>
          <p:nvPr>
            <p:ph type="sldNum" sz="quarter" idx="12"/>
          </p:nvPr>
        </p:nvSpPr>
        <p:spPr/>
        <p:txBody>
          <a:bodyPr/>
          <a:lstStyle/>
          <a:p>
            <a:fld id="{4846BA24-11C0-4252-9525-F2B0683979FC}" type="slidenum">
              <a:rPr lang="en-US" smtClean="0"/>
              <a:t>‹#›</a:t>
            </a:fld>
            <a:endParaRPr lang="en-US"/>
          </a:p>
        </p:txBody>
      </p:sp>
    </p:spTree>
    <p:extLst>
      <p:ext uri="{BB962C8B-B14F-4D97-AF65-F5344CB8AC3E}">
        <p14:creationId xmlns:p14="http://schemas.microsoft.com/office/powerpoint/2010/main" val="14365934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5CD6682-2A47-CF24-BD78-B726648D763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CD1E6D5-80C4-971E-00AF-D3DD9558897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497E668-2B3B-BD23-56B1-D1918D54549F}"/>
              </a:ext>
            </a:extLst>
          </p:cNvPr>
          <p:cNvSpPr>
            <a:spLocks noGrp="1"/>
          </p:cNvSpPr>
          <p:nvPr>
            <p:ph type="dt" sz="half" idx="10"/>
          </p:nvPr>
        </p:nvSpPr>
        <p:spPr/>
        <p:txBody>
          <a:bodyPr/>
          <a:lstStyle/>
          <a:p>
            <a:fld id="{45110595-B5DC-4DF2-919B-DF90D363350C}" type="datetimeFigureOut">
              <a:rPr lang="en-US" smtClean="0"/>
              <a:t>10/9/2025</a:t>
            </a:fld>
            <a:endParaRPr lang="en-US"/>
          </a:p>
        </p:txBody>
      </p:sp>
      <p:sp>
        <p:nvSpPr>
          <p:cNvPr id="5" name="Footer Placeholder 4">
            <a:extLst>
              <a:ext uri="{FF2B5EF4-FFF2-40B4-BE49-F238E27FC236}">
                <a16:creationId xmlns:a16="http://schemas.microsoft.com/office/drawing/2014/main" id="{C92C211F-3DB8-D694-59E9-CD2CD118F0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667BC9-2C05-1B88-B930-9076071259C7}"/>
              </a:ext>
            </a:extLst>
          </p:cNvPr>
          <p:cNvSpPr>
            <a:spLocks noGrp="1"/>
          </p:cNvSpPr>
          <p:nvPr>
            <p:ph type="sldNum" sz="quarter" idx="12"/>
          </p:nvPr>
        </p:nvSpPr>
        <p:spPr/>
        <p:txBody>
          <a:bodyPr/>
          <a:lstStyle/>
          <a:p>
            <a:fld id="{4846BA24-11C0-4252-9525-F2B0683979FC}" type="slidenum">
              <a:rPr lang="en-US" smtClean="0"/>
              <a:t>‹#›</a:t>
            </a:fld>
            <a:endParaRPr lang="en-US"/>
          </a:p>
        </p:txBody>
      </p:sp>
    </p:spTree>
    <p:extLst>
      <p:ext uri="{BB962C8B-B14F-4D97-AF65-F5344CB8AC3E}">
        <p14:creationId xmlns:p14="http://schemas.microsoft.com/office/powerpoint/2010/main" val="5344829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E2BFB2F-968A-F445-23B2-F14E5911BA3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E08E1C8-DA7D-9452-5945-A98C17D30D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6BFDDA-3C0A-1562-FB21-6A67064FB03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5110595-B5DC-4DF2-919B-DF90D363350C}" type="datetimeFigureOut">
              <a:rPr lang="en-US" smtClean="0"/>
              <a:t>10/9/2025</a:t>
            </a:fld>
            <a:endParaRPr lang="en-US"/>
          </a:p>
        </p:txBody>
      </p:sp>
      <p:sp>
        <p:nvSpPr>
          <p:cNvPr id="5" name="Footer Placeholder 4">
            <a:extLst>
              <a:ext uri="{FF2B5EF4-FFF2-40B4-BE49-F238E27FC236}">
                <a16:creationId xmlns:a16="http://schemas.microsoft.com/office/drawing/2014/main" id="{54ABEA2A-EFAB-E2F5-0AA3-40FFDE48B9E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ACEECD6-0017-02E3-0BC9-1B5C6F51F28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46BA24-11C0-4252-9525-F2B0683979FC}" type="slidenum">
              <a:rPr lang="en-US" smtClean="0"/>
              <a:t>‹#›</a:t>
            </a:fld>
            <a:endParaRPr lang="en-US"/>
          </a:p>
        </p:txBody>
      </p:sp>
    </p:spTree>
    <p:extLst>
      <p:ext uri="{BB962C8B-B14F-4D97-AF65-F5344CB8AC3E}">
        <p14:creationId xmlns:p14="http://schemas.microsoft.com/office/powerpoint/2010/main" val="12056542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25256-42D2-BBA0-E84F-6C34D1A35B92}"/>
              </a:ext>
            </a:extLst>
          </p:cNvPr>
          <p:cNvSpPr>
            <a:spLocks noGrp="1"/>
          </p:cNvSpPr>
          <p:nvPr>
            <p:ph type="ctrTitle"/>
          </p:nvPr>
        </p:nvSpPr>
        <p:spPr/>
        <p:txBody>
          <a:bodyPr>
            <a:normAutofit/>
          </a:bodyPr>
          <a:lstStyle/>
          <a:p>
            <a:r>
              <a:rPr lang="en-US" sz="5400" b="1" dirty="0">
                <a:solidFill>
                  <a:srgbClr val="0070C0"/>
                </a:solidFill>
              </a:rPr>
              <a:t>Java Script</a:t>
            </a:r>
          </a:p>
        </p:txBody>
      </p:sp>
      <p:sp>
        <p:nvSpPr>
          <p:cNvPr id="3" name="Subtitle 2">
            <a:extLst>
              <a:ext uri="{FF2B5EF4-FFF2-40B4-BE49-F238E27FC236}">
                <a16:creationId xmlns:a16="http://schemas.microsoft.com/office/drawing/2014/main" id="{89869601-8207-ED17-CA00-C5ED0A930385}"/>
              </a:ext>
            </a:extLst>
          </p:cNvPr>
          <p:cNvSpPr>
            <a:spLocks noGrp="1"/>
          </p:cNvSpPr>
          <p:nvPr>
            <p:ph type="subTitle" idx="1"/>
          </p:nvPr>
        </p:nvSpPr>
        <p:spPr/>
        <p:txBody>
          <a:bodyPr/>
          <a:lstStyle/>
          <a:p>
            <a:r>
              <a:rPr lang="en-US" b="1" dirty="0"/>
              <a:t>PITP : 3</a:t>
            </a:r>
            <a:r>
              <a:rPr lang="en-US" b="1" baseline="30000" dirty="0"/>
              <a:t>rd</a:t>
            </a:r>
            <a:r>
              <a:rPr lang="en-US" b="1" dirty="0"/>
              <a:t> week Lecture – 04</a:t>
            </a:r>
          </a:p>
          <a:p>
            <a:r>
              <a:rPr lang="en-US" b="1" dirty="0"/>
              <a:t>Instructor: </a:t>
            </a:r>
            <a:r>
              <a:rPr lang="en-US" b="1" dirty="0" err="1"/>
              <a:t>Chettan</a:t>
            </a:r>
            <a:r>
              <a:rPr lang="en-US" b="1" dirty="0"/>
              <a:t> Parkash</a:t>
            </a:r>
          </a:p>
        </p:txBody>
      </p:sp>
      <p:pic>
        <p:nvPicPr>
          <p:cNvPr id="4" name="Picture 3">
            <a:extLst>
              <a:ext uri="{FF2B5EF4-FFF2-40B4-BE49-F238E27FC236}">
                <a16:creationId xmlns:a16="http://schemas.microsoft.com/office/drawing/2014/main" id="{EB28A4C7-3C91-BC4B-D332-13633DD96A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1327280"/>
            <a:ext cx="2023241" cy="2101720"/>
          </a:xfrm>
          <a:prstGeom prst="rect">
            <a:avLst/>
          </a:prstGeom>
        </p:spPr>
      </p:pic>
    </p:spTree>
    <p:extLst>
      <p:ext uri="{BB962C8B-B14F-4D97-AF65-F5344CB8AC3E}">
        <p14:creationId xmlns:p14="http://schemas.microsoft.com/office/powerpoint/2010/main" val="3374252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FCC0D6-ABD3-3B08-794B-B2DAC1B0691A}"/>
              </a:ext>
            </a:extLst>
          </p:cNvPr>
          <p:cNvSpPr>
            <a:spLocks noGrp="1"/>
          </p:cNvSpPr>
          <p:nvPr>
            <p:ph type="title"/>
          </p:nvPr>
        </p:nvSpPr>
        <p:spPr/>
        <p:txBody>
          <a:bodyPr/>
          <a:lstStyle/>
          <a:p>
            <a:r>
              <a:rPr lang="en-US" dirty="0"/>
              <a:t>JavaScript topics</a:t>
            </a:r>
          </a:p>
        </p:txBody>
      </p:sp>
      <p:sp>
        <p:nvSpPr>
          <p:cNvPr id="3" name="Content Placeholder 2">
            <a:extLst>
              <a:ext uri="{FF2B5EF4-FFF2-40B4-BE49-F238E27FC236}">
                <a16:creationId xmlns:a16="http://schemas.microsoft.com/office/drawing/2014/main" id="{6C41C2AC-79F6-7D27-5800-886E84FE9284}"/>
              </a:ext>
            </a:extLst>
          </p:cNvPr>
          <p:cNvSpPr>
            <a:spLocks noGrp="1"/>
          </p:cNvSpPr>
          <p:nvPr>
            <p:ph idx="1"/>
          </p:nvPr>
        </p:nvSpPr>
        <p:spPr/>
        <p:txBody>
          <a:bodyPr/>
          <a:lstStyle/>
          <a:p>
            <a:pPr marL="0" indent="0">
              <a:buNone/>
            </a:pPr>
            <a:r>
              <a:rPr lang="en-US" b="1" dirty="0"/>
              <a:t>Loops</a:t>
            </a:r>
          </a:p>
          <a:p>
            <a:pPr marL="0" indent="0">
              <a:buNone/>
            </a:pPr>
            <a:endParaRPr lang="en-US" b="1" dirty="0"/>
          </a:p>
          <a:p>
            <a:pPr marL="0" indent="0">
              <a:buNone/>
            </a:pPr>
            <a:r>
              <a:rPr lang="en-US" b="1" dirty="0"/>
              <a:t>Functions</a:t>
            </a:r>
          </a:p>
          <a:p>
            <a:pPr marL="0" indent="0">
              <a:buNone/>
            </a:pPr>
            <a:endParaRPr lang="en-US" b="1" dirty="0"/>
          </a:p>
          <a:p>
            <a:pPr marL="0" indent="0">
              <a:buNone/>
            </a:pPr>
            <a:r>
              <a:rPr lang="en-US" b="1" dirty="0"/>
              <a:t>Event Listener</a:t>
            </a:r>
          </a:p>
        </p:txBody>
      </p:sp>
    </p:spTree>
    <p:extLst>
      <p:ext uri="{BB962C8B-B14F-4D97-AF65-F5344CB8AC3E}">
        <p14:creationId xmlns:p14="http://schemas.microsoft.com/office/powerpoint/2010/main" val="41838891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6E726-82DF-16C7-5056-212017E35494}"/>
              </a:ext>
            </a:extLst>
          </p:cNvPr>
          <p:cNvSpPr>
            <a:spLocks noGrp="1"/>
          </p:cNvSpPr>
          <p:nvPr>
            <p:ph type="title"/>
          </p:nvPr>
        </p:nvSpPr>
        <p:spPr/>
        <p:txBody>
          <a:bodyPr/>
          <a:lstStyle/>
          <a:p>
            <a:r>
              <a:rPr lang="en-US" dirty="0"/>
              <a:t>Loops</a:t>
            </a:r>
          </a:p>
        </p:txBody>
      </p:sp>
      <p:sp>
        <p:nvSpPr>
          <p:cNvPr id="3" name="Content Placeholder 2">
            <a:extLst>
              <a:ext uri="{FF2B5EF4-FFF2-40B4-BE49-F238E27FC236}">
                <a16:creationId xmlns:a16="http://schemas.microsoft.com/office/drawing/2014/main" id="{9F0149C6-80F1-2772-2BFD-F6683C671EF0}"/>
              </a:ext>
            </a:extLst>
          </p:cNvPr>
          <p:cNvSpPr>
            <a:spLocks noGrp="1"/>
          </p:cNvSpPr>
          <p:nvPr>
            <p:ph idx="1"/>
          </p:nvPr>
        </p:nvSpPr>
        <p:spPr/>
        <p:txBody>
          <a:bodyPr/>
          <a:lstStyle/>
          <a:p>
            <a:r>
              <a:rPr lang="en-US" dirty="0"/>
              <a:t>For</a:t>
            </a:r>
          </a:p>
          <a:p>
            <a:pPr marL="0" indent="0">
              <a:buNone/>
            </a:pPr>
            <a:endParaRPr lang="en-US" dirty="0"/>
          </a:p>
          <a:p>
            <a:r>
              <a:rPr lang="en-US" dirty="0"/>
              <a:t>While</a:t>
            </a:r>
          </a:p>
          <a:p>
            <a:endParaRPr lang="en-US" dirty="0"/>
          </a:p>
          <a:p>
            <a:r>
              <a:rPr lang="en-US" dirty="0"/>
              <a:t>Do while</a:t>
            </a:r>
          </a:p>
          <a:p>
            <a:endParaRPr lang="en-US" dirty="0"/>
          </a:p>
          <a:p>
            <a:r>
              <a:rPr lang="en-US" dirty="0"/>
              <a:t>foreach</a:t>
            </a:r>
          </a:p>
        </p:txBody>
      </p:sp>
    </p:spTree>
    <p:extLst>
      <p:ext uri="{BB962C8B-B14F-4D97-AF65-F5344CB8AC3E}">
        <p14:creationId xmlns:p14="http://schemas.microsoft.com/office/powerpoint/2010/main" val="6738438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89A25-E0D5-574B-EFCC-8F9D05C3EC09}"/>
              </a:ext>
            </a:extLst>
          </p:cNvPr>
          <p:cNvSpPr>
            <a:spLocks noGrp="1"/>
          </p:cNvSpPr>
          <p:nvPr>
            <p:ph type="title"/>
          </p:nvPr>
        </p:nvSpPr>
        <p:spPr>
          <a:xfrm>
            <a:off x="0" y="1"/>
            <a:ext cx="12192000" cy="1277006"/>
          </a:xfrm>
          <a:solidFill>
            <a:srgbClr val="00B050"/>
          </a:solidFill>
        </p:spPr>
        <p:txBody>
          <a:bodyPr/>
          <a:lstStyle/>
          <a:p>
            <a:r>
              <a:rPr lang="en-US" dirty="0"/>
              <a:t>For  Loop</a:t>
            </a:r>
          </a:p>
        </p:txBody>
      </p:sp>
      <p:sp>
        <p:nvSpPr>
          <p:cNvPr id="3" name="Content Placeholder 2">
            <a:extLst>
              <a:ext uri="{FF2B5EF4-FFF2-40B4-BE49-F238E27FC236}">
                <a16:creationId xmlns:a16="http://schemas.microsoft.com/office/drawing/2014/main" id="{07F58EC4-35A0-1114-95C7-625A153D19D1}"/>
              </a:ext>
            </a:extLst>
          </p:cNvPr>
          <p:cNvSpPr>
            <a:spLocks noGrp="1"/>
          </p:cNvSpPr>
          <p:nvPr>
            <p:ph idx="1"/>
          </p:nvPr>
        </p:nvSpPr>
        <p:spPr/>
        <p:txBody>
          <a:bodyPr/>
          <a:lstStyle/>
          <a:p>
            <a:pPr marL="0" indent="0">
              <a:buNone/>
            </a:pPr>
            <a:r>
              <a:rPr lang="en-US" dirty="0"/>
              <a:t>for (</a:t>
            </a:r>
            <a:r>
              <a:rPr lang="en-US" i="1" dirty="0"/>
              <a:t>expr1</a:t>
            </a:r>
            <a:r>
              <a:rPr lang="en-US" dirty="0"/>
              <a:t>;</a:t>
            </a:r>
            <a:r>
              <a:rPr lang="en-US" i="1" dirty="0"/>
              <a:t> expr2</a:t>
            </a:r>
            <a:r>
              <a:rPr lang="en-US" dirty="0"/>
              <a:t>;</a:t>
            </a:r>
            <a:r>
              <a:rPr lang="en-US" i="1" dirty="0"/>
              <a:t> expr</a:t>
            </a:r>
            <a:r>
              <a:rPr lang="en-US" dirty="0"/>
              <a:t>) {</a:t>
            </a:r>
            <a:br>
              <a:rPr lang="en-US" dirty="0"/>
            </a:br>
            <a:r>
              <a:rPr lang="en-US" dirty="0"/>
              <a:t>  // </a:t>
            </a:r>
            <a:r>
              <a:rPr lang="en-US" i="1" dirty="0"/>
              <a:t>code block to be executed</a:t>
            </a:r>
            <a:br>
              <a:rPr lang="en-US" dirty="0"/>
            </a:br>
            <a:r>
              <a:rPr lang="en-US" dirty="0"/>
              <a:t>}</a:t>
            </a:r>
          </a:p>
          <a:p>
            <a:pPr marL="0" indent="0">
              <a:buNone/>
            </a:pPr>
            <a:endParaRPr lang="en-US" dirty="0"/>
          </a:p>
          <a:p>
            <a:r>
              <a:rPr lang="en-US" b="1" dirty="0"/>
              <a:t>exp1</a:t>
            </a:r>
            <a:r>
              <a:rPr lang="en-US" dirty="0"/>
              <a:t> is executed </a:t>
            </a:r>
            <a:r>
              <a:rPr lang="en-US" b="1" dirty="0"/>
              <a:t>one time</a:t>
            </a:r>
            <a:r>
              <a:rPr lang="en-US" dirty="0"/>
              <a:t> before the execution of the code block.</a:t>
            </a:r>
          </a:p>
          <a:p>
            <a:r>
              <a:rPr lang="en-US" b="1" dirty="0"/>
              <a:t>exp2</a:t>
            </a:r>
            <a:r>
              <a:rPr lang="en-US" dirty="0"/>
              <a:t> defines </a:t>
            </a:r>
            <a:r>
              <a:rPr lang="en-US" b="1" dirty="0"/>
              <a:t>the condition</a:t>
            </a:r>
            <a:r>
              <a:rPr lang="en-US" dirty="0"/>
              <a:t> for executing the code block.</a:t>
            </a:r>
          </a:p>
          <a:p>
            <a:r>
              <a:rPr lang="en-US" b="1" dirty="0"/>
              <a:t>exp3</a:t>
            </a:r>
            <a:r>
              <a:rPr lang="en-US" dirty="0"/>
              <a:t> is executed </a:t>
            </a:r>
            <a:r>
              <a:rPr lang="en-US" b="1" dirty="0"/>
              <a:t>every time</a:t>
            </a:r>
            <a:r>
              <a:rPr lang="en-US" dirty="0"/>
              <a:t> the code block has been executed.</a:t>
            </a:r>
          </a:p>
          <a:p>
            <a:pPr marL="0" indent="0">
              <a:buNone/>
            </a:pPr>
            <a:endParaRPr lang="en-US" dirty="0"/>
          </a:p>
        </p:txBody>
      </p:sp>
    </p:spTree>
    <p:extLst>
      <p:ext uri="{BB962C8B-B14F-4D97-AF65-F5344CB8AC3E}">
        <p14:creationId xmlns:p14="http://schemas.microsoft.com/office/powerpoint/2010/main" val="28605029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F4AB5-7068-FEE1-CD05-5CE20AA078C3}"/>
              </a:ext>
            </a:extLst>
          </p:cNvPr>
          <p:cNvSpPr>
            <a:spLocks noGrp="1"/>
          </p:cNvSpPr>
          <p:nvPr>
            <p:ph type="title"/>
          </p:nvPr>
        </p:nvSpPr>
        <p:spPr>
          <a:xfrm>
            <a:off x="0" y="1"/>
            <a:ext cx="12192000" cy="1261240"/>
          </a:xfrm>
          <a:solidFill>
            <a:srgbClr val="00B050"/>
          </a:solidFill>
        </p:spPr>
        <p:txBody>
          <a:bodyPr/>
          <a:lstStyle/>
          <a:p>
            <a:r>
              <a:rPr lang="en-US" dirty="0"/>
              <a:t>For Loop</a:t>
            </a:r>
          </a:p>
        </p:txBody>
      </p:sp>
      <p:sp>
        <p:nvSpPr>
          <p:cNvPr id="3" name="Content Placeholder 2">
            <a:extLst>
              <a:ext uri="{FF2B5EF4-FFF2-40B4-BE49-F238E27FC236}">
                <a16:creationId xmlns:a16="http://schemas.microsoft.com/office/drawing/2014/main" id="{4BA5DD6F-51AF-1055-141B-D18011F1E161}"/>
              </a:ext>
            </a:extLst>
          </p:cNvPr>
          <p:cNvSpPr>
            <a:spLocks noGrp="1"/>
          </p:cNvSpPr>
          <p:nvPr>
            <p:ph idx="1"/>
          </p:nvPr>
        </p:nvSpPr>
        <p:spPr>
          <a:xfrm>
            <a:off x="457200" y="1560786"/>
            <a:ext cx="10896600" cy="4616177"/>
          </a:xfrm>
        </p:spPr>
        <p:txBody>
          <a:bodyPr/>
          <a:lstStyle/>
          <a:p>
            <a:r>
              <a:rPr lang="en-US" b="1" dirty="0"/>
              <a:t>exp1</a:t>
            </a:r>
            <a:r>
              <a:rPr lang="en-US" dirty="0"/>
              <a:t> sets a variable before the loop starts (let </a:t>
            </a:r>
            <a:r>
              <a:rPr lang="en-US" dirty="0" err="1"/>
              <a:t>i</a:t>
            </a:r>
            <a:r>
              <a:rPr lang="en-US" dirty="0"/>
              <a:t> = 0).</a:t>
            </a:r>
          </a:p>
          <a:p>
            <a:r>
              <a:rPr lang="en-US" b="1" dirty="0"/>
              <a:t>exp2</a:t>
            </a:r>
            <a:r>
              <a:rPr lang="en-US" dirty="0"/>
              <a:t> defines the condition for the loop to run (</a:t>
            </a:r>
            <a:r>
              <a:rPr lang="en-US" dirty="0" err="1"/>
              <a:t>i</a:t>
            </a:r>
            <a:r>
              <a:rPr lang="en-US" dirty="0"/>
              <a:t> must be less than 5).</a:t>
            </a:r>
          </a:p>
          <a:p>
            <a:r>
              <a:rPr lang="en-US" b="1" dirty="0"/>
              <a:t>exp3</a:t>
            </a:r>
            <a:r>
              <a:rPr lang="en-US" dirty="0"/>
              <a:t> increases a value (</a:t>
            </a:r>
            <a:r>
              <a:rPr lang="en-US" dirty="0" err="1"/>
              <a:t>i</a:t>
            </a:r>
            <a:r>
              <a:rPr lang="en-US" dirty="0"/>
              <a:t>++) each time the code block has been executed.</a:t>
            </a:r>
          </a:p>
          <a:p>
            <a:pPr marL="0" indent="0">
              <a:buNone/>
            </a:pPr>
            <a:endParaRPr lang="en-US" dirty="0"/>
          </a:p>
        </p:txBody>
      </p:sp>
    </p:spTree>
    <p:extLst>
      <p:ext uri="{BB962C8B-B14F-4D97-AF65-F5344CB8AC3E}">
        <p14:creationId xmlns:p14="http://schemas.microsoft.com/office/powerpoint/2010/main" val="14947625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CE1B2-FEC2-4015-EDC9-CC1FCB8641C6}"/>
              </a:ext>
            </a:extLst>
          </p:cNvPr>
          <p:cNvSpPr>
            <a:spLocks noGrp="1"/>
          </p:cNvSpPr>
          <p:nvPr>
            <p:ph type="title"/>
          </p:nvPr>
        </p:nvSpPr>
        <p:spPr>
          <a:xfrm>
            <a:off x="0" y="1"/>
            <a:ext cx="12192000" cy="1135116"/>
          </a:xfrm>
          <a:solidFill>
            <a:srgbClr val="00B050"/>
          </a:solidFill>
        </p:spPr>
        <p:txBody>
          <a:bodyPr/>
          <a:lstStyle/>
          <a:p>
            <a:r>
              <a:rPr lang="en-US" dirty="0"/>
              <a:t>For Loop Example</a:t>
            </a:r>
          </a:p>
        </p:txBody>
      </p:sp>
      <p:sp>
        <p:nvSpPr>
          <p:cNvPr id="3" name="Content Placeholder 2">
            <a:extLst>
              <a:ext uri="{FF2B5EF4-FFF2-40B4-BE49-F238E27FC236}">
                <a16:creationId xmlns:a16="http://schemas.microsoft.com/office/drawing/2014/main" id="{46AE93D2-87B6-6F98-E3E4-B8A41677A61E}"/>
              </a:ext>
            </a:extLst>
          </p:cNvPr>
          <p:cNvSpPr>
            <a:spLocks noGrp="1"/>
          </p:cNvSpPr>
          <p:nvPr>
            <p:ph idx="1"/>
          </p:nvPr>
        </p:nvSpPr>
        <p:spPr>
          <a:xfrm>
            <a:off x="315310" y="1292772"/>
            <a:ext cx="11038490" cy="4884191"/>
          </a:xfrm>
        </p:spPr>
        <p:txBody>
          <a:bodyPr>
            <a:normAutofit fontScale="92500" lnSpcReduction="10000"/>
          </a:bodyPr>
          <a:lstStyle/>
          <a:p>
            <a:pPr marL="0" indent="0">
              <a:buNone/>
            </a:pPr>
            <a:r>
              <a:rPr lang="en-US" dirty="0"/>
              <a:t>&lt;p id="demo"&gt;&lt;/p&gt;</a:t>
            </a:r>
          </a:p>
          <a:p>
            <a:pPr marL="0" indent="0">
              <a:buNone/>
            </a:pPr>
            <a:endParaRPr lang="en-US" dirty="0"/>
          </a:p>
          <a:p>
            <a:pPr marL="0" indent="0">
              <a:buNone/>
            </a:pPr>
            <a:r>
              <a:rPr lang="en-US" dirty="0"/>
              <a:t>&lt;script&gt;</a:t>
            </a:r>
          </a:p>
          <a:p>
            <a:pPr marL="0" indent="0">
              <a:buNone/>
            </a:pPr>
            <a:r>
              <a:rPr lang="en-US" dirty="0"/>
              <a:t>let text = "";</a:t>
            </a:r>
          </a:p>
          <a:p>
            <a:pPr marL="0" indent="0">
              <a:buNone/>
            </a:pPr>
            <a:endParaRPr lang="en-US" dirty="0"/>
          </a:p>
          <a:p>
            <a:pPr marL="0" indent="0">
              <a:buNone/>
            </a:pPr>
            <a:r>
              <a:rPr lang="en-US" dirty="0"/>
              <a:t>for (let </a:t>
            </a:r>
            <a:r>
              <a:rPr lang="en-US" dirty="0" err="1"/>
              <a:t>i</a:t>
            </a:r>
            <a:r>
              <a:rPr lang="en-US" dirty="0"/>
              <a:t> = 0; </a:t>
            </a:r>
            <a:r>
              <a:rPr lang="en-US" dirty="0" err="1"/>
              <a:t>i</a:t>
            </a:r>
            <a:r>
              <a:rPr lang="en-US" dirty="0"/>
              <a:t> &lt; 5; </a:t>
            </a:r>
            <a:r>
              <a:rPr lang="en-US" dirty="0" err="1"/>
              <a:t>i</a:t>
            </a:r>
            <a:r>
              <a:rPr lang="en-US" dirty="0"/>
              <a:t>++) {</a:t>
            </a:r>
          </a:p>
          <a:p>
            <a:pPr marL="0" indent="0">
              <a:buNone/>
            </a:pPr>
            <a:r>
              <a:rPr lang="en-US" dirty="0"/>
              <a:t>  text += "The number is " + </a:t>
            </a:r>
            <a:r>
              <a:rPr lang="en-US" dirty="0" err="1"/>
              <a:t>i</a:t>
            </a:r>
            <a:r>
              <a:rPr lang="en-US" dirty="0"/>
              <a:t> + "&lt;</a:t>
            </a:r>
            <a:r>
              <a:rPr lang="en-US" dirty="0" err="1"/>
              <a:t>br</a:t>
            </a:r>
            <a:r>
              <a:rPr lang="en-US" dirty="0"/>
              <a:t>&gt;";</a:t>
            </a:r>
          </a:p>
          <a:p>
            <a:pPr marL="0" indent="0">
              <a:buNone/>
            </a:pPr>
            <a:r>
              <a:rPr lang="en-US" dirty="0"/>
              <a:t>}</a:t>
            </a:r>
          </a:p>
          <a:p>
            <a:pPr marL="0" indent="0">
              <a:buNone/>
            </a:pPr>
            <a:endParaRPr lang="en-US" dirty="0"/>
          </a:p>
          <a:p>
            <a:pPr marL="0" indent="0">
              <a:buNone/>
            </a:pPr>
            <a:r>
              <a:rPr lang="en-US" dirty="0" err="1"/>
              <a:t>document.getElementById</a:t>
            </a:r>
            <a:r>
              <a:rPr lang="en-US" dirty="0"/>
              <a:t>("demo").</a:t>
            </a:r>
            <a:r>
              <a:rPr lang="en-US" dirty="0" err="1"/>
              <a:t>innerHTML</a:t>
            </a:r>
            <a:r>
              <a:rPr lang="en-US" dirty="0"/>
              <a:t> = text;</a:t>
            </a:r>
          </a:p>
          <a:p>
            <a:pPr marL="0" indent="0">
              <a:buNone/>
            </a:pPr>
            <a:r>
              <a:rPr lang="en-US" dirty="0"/>
              <a:t>&lt;/script&gt;</a:t>
            </a:r>
          </a:p>
        </p:txBody>
      </p:sp>
    </p:spTree>
    <p:extLst>
      <p:ext uri="{BB962C8B-B14F-4D97-AF65-F5344CB8AC3E}">
        <p14:creationId xmlns:p14="http://schemas.microsoft.com/office/powerpoint/2010/main" val="10877641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0BB6B-86E4-103D-F15E-0D415DE984D0}"/>
              </a:ext>
            </a:extLst>
          </p:cNvPr>
          <p:cNvSpPr>
            <a:spLocks noGrp="1"/>
          </p:cNvSpPr>
          <p:nvPr>
            <p:ph type="title"/>
          </p:nvPr>
        </p:nvSpPr>
        <p:spPr>
          <a:xfrm>
            <a:off x="0" y="1"/>
            <a:ext cx="12192000" cy="1450427"/>
          </a:xfrm>
          <a:solidFill>
            <a:srgbClr val="00B050"/>
          </a:solidFill>
        </p:spPr>
        <p:txBody>
          <a:bodyPr/>
          <a:lstStyle/>
          <a:p>
            <a:r>
              <a:rPr lang="en-US" dirty="0"/>
              <a:t>For Loop </a:t>
            </a:r>
          </a:p>
        </p:txBody>
      </p:sp>
      <p:sp>
        <p:nvSpPr>
          <p:cNvPr id="3" name="Content Placeholder 2">
            <a:extLst>
              <a:ext uri="{FF2B5EF4-FFF2-40B4-BE49-F238E27FC236}">
                <a16:creationId xmlns:a16="http://schemas.microsoft.com/office/drawing/2014/main" id="{0DC891B8-9EE8-85BB-B8F7-4B26872D2837}"/>
              </a:ext>
            </a:extLst>
          </p:cNvPr>
          <p:cNvSpPr>
            <a:spLocks noGrp="1"/>
          </p:cNvSpPr>
          <p:nvPr>
            <p:ph idx="1"/>
          </p:nvPr>
        </p:nvSpPr>
        <p:spPr/>
        <p:txBody>
          <a:bodyPr>
            <a:normAutofit fontScale="85000" lnSpcReduction="20000"/>
          </a:bodyPr>
          <a:lstStyle/>
          <a:p>
            <a:pPr marL="0" indent="0">
              <a:buNone/>
            </a:pPr>
            <a:r>
              <a:rPr lang="en-US" dirty="0"/>
              <a:t>&lt;p id="demo"&gt;&lt;/p&gt;</a:t>
            </a:r>
          </a:p>
          <a:p>
            <a:pPr marL="0" indent="0">
              <a:buNone/>
            </a:pPr>
            <a:endParaRPr lang="en-US" dirty="0"/>
          </a:p>
          <a:p>
            <a:pPr marL="0" indent="0">
              <a:buNone/>
            </a:pPr>
            <a:r>
              <a:rPr lang="en-US" dirty="0"/>
              <a:t>&lt;script&gt;</a:t>
            </a:r>
          </a:p>
          <a:p>
            <a:pPr marL="0" indent="0">
              <a:buNone/>
            </a:pPr>
            <a:r>
              <a:rPr lang="en-US" dirty="0"/>
              <a:t>let </a:t>
            </a:r>
            <a:r>
              <a:rPr lang="en-US" dirty="0" err="1"/>
              <a:t>i</a:t>
            </a:r>
            <a:r>
              <a:rPr lang="en-US" dirty="0"/>
              <a:t> = 5;</a:t>
            </a:r>
          </a:p>
          <a:p>
            <a:pPr marL="0" indent="0">
              <a:buNone/>
            </a:pPr>
            <a:endParaRPr lang="en-US" dirty="0"/>
          </a:p>
          <a:p>
            <a:pPr marL="0" indent="0">
              <a:buNone/>
            </a:pPr>
            <a:r>
              <a:rPr lang="en-US" dirty="0"/>
              <a:t>for (</a:t>
            </a:r>
            <a:r>
              <a:rPr lang="en-US" dirty="0" err="1"/>
              <a:t>i</a:t>
            </a:r>
            <a:r>
              <a:rPr lang="en-US" dirty="0"/>
              <a:t> = 0; </a:t>
            </a:r>
            <a:r>
              <a:rPr lang="en-US" dirty="0" err="1"/>
              <a:t>i</a:t>
            </a:r>
            <a:r>
              <a:rPr lang="en-US" dirty="0"/>
              <a:t> &lt; 10; </a:t>
            </a:r>
            <a:r>
              <a:rPr lang="en-US" dirty="0" err="1"/>
              <a:t>i</a:t>
            </a:r>
            <a:r>
              <a:rPr lang="en-US" dirty="0"/>
              <a:t>++) {</a:t>
            </a:r>
          </a:p>
          <a:p>
            <a:pPr marL="0" indent="0">
              <a:buNone/>
            </a:pPr>
            <a:r>
              <a:rPr lang="en-US" dirty="0"/>
              <a:t>  // some statements</a:t>
            </a:r>
          </a:p>
          <a:p>
            <a:pPr marL="0" indent="0">
              <a:buNone/>
            </a:pPr>
            <a:r>
              <a:rPr lang="en-US" dirty="0"/>
              <a:t>}</a:t>
            </a:r>
          </a:p>
          <a:p>
            <a:pPr marL="0" indent="0">
              <a:buNone/>
            </a:pPr>
            <a:endParaRPr lang="en-US" dirty="0"/>
          </a:p>
          <a:p>
            <a:pPr marL="0" indent="0">
              <a:buNone/>
            </a:pPr>
            <a:r>
              <a:rPr lang="en-US" dirty="0" err="1"/>
              <a:t>document.getElementById</a:t>
            </a:r>
            <a:r>
              <a:rPr lang="en-US" dirty="0"/>
              <a:t>("demo").</a:t>
            </a:r>
            <a:r>
              <a:rPr lang="en-US" dirty="0" err="1"/>
              <a:t>innerHTML</a:t>
            </a:r>
            <a:r>
              <a:rPr lang="en-US" dirty="0"/>
              <a:t> = </a:t>
            </a:r>
            <a:r>
              <a:rPr lang="en-US" dirty="0" err="1"/>
              <a:t>i</a:t>
            </a:r>
            <a:r>
              <a:rPr lang="en-US" dirty="0"/>
              <a:t>;</a:t>
            </a:r>
          </a:p>
          <a:p>
            <a:pPr marL="0" indent="0">
              <a:buNone/>
            </a:pPr>
            <a:r>
              <a:rPr lang="en-US" dirty="0"/>
              <a:t>&lt;/script&gt;</a:t>
            </a:r>
          </a:p>
        </p:txBody>
      </p:sp>
    </p:spTree>
    <p:extLst>
      <p:ext uri="{BB962C8B-B14F-4D97-AF65-F5344CB8AC3E}">
        <p14:creationId xmlns:p14="http://schemas.microsoft.com/office/powerpoint/2010/main" val="40193672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DD1C44-FBD9-2D31-994F-B08D65EA1BDA}"/>
              </a:ext>
            </a:extLst>
          </p:cNvPr>
          <p:cNvSpPr>
            <a:spLocks noGrp="1"/>
          </p:cNvSpPr>
          <p:nvPr>
            <p:ph type="title"/>
          </p:nvPr>
        </p:nvSpPr>
        <p:spPr>
          <a:xfrm>
            <a:off x="0" y="1"/>
            <a:ext cx="12192000" cy="930166"/>
          </a:xfrm>
          <a:solidFill>
            <a:srgbClr val="00B050"/>
          </a:solidFill>
        </p:spPr>
        <p:txBody>
          <a:bodyPr>
            <a:normAutofit/>
          </a:bodyPr>
          <a:lstStyle/>
          <a:p>
            <a:r>
              <a:rPr lang="en-US" dirty="0"/>
              <a:t>While Loop</a:t>
            </a:r>
          </a:p>
        </p:txBody>
      </p:sp>
      <p:sp>
        <p:nvSpPr>
          <p:cNvPr id="3" name="Content Placeholder 2">
            <a:extLst>
              <a:ext uri="{FF2B5EF4-FFF2-40B4-BE49-F238E27FC236}">
                <a16:creationId xmlns:a16="http://schemas.microsoft.com/office/drawing/2014/main" id="{4C68AA3F-5AD2-95F2-65C6-FFA2B4CFF896}"/>
              </a:ext>
            </a:extLst>
          </p:cNvPr>
          <p:cNvSpPr>
            <a:spLocks noGrp="1"/>
          </p:cNvSpPr>
          <p:nvPr>
            <p:ph idx="1"/>
          </p:nvPr>
        </p:nvSpPr>
        <p:spPr>
          <a:xfrm>
            <a:off x="236483" y="1371600"/>
            <a:ext cx="11117317" cy="4805363"/>
          </a:xfrm>
        </p:spPr>
        <p:txBody>
          <a:bodyPr>
            <a:normAutofit fontScale="70000" lnSpcReduction="20000"/>
          </a:bodyPr>
          <a:lstStyle/>
          <a:p>
            <a:pPr marL="0" indent="0">
              <a:buNone/>
            </a:pPr>
            <a:r>
              <a:rPr lang="en-US" dirty="0"/>
              <a:t>The while loop loops through a block of code as long as a specified condition is true.</a:t>
            </a:r>
          </a:p>
          <a:p>
            <a:pPr marL="0" indent="0">
              <a:buNone/>
            </a:pPr>
            <a:r>
              <a:rPr lang="en-US" dirty="0"/>
              <a:t>&lt;p id="demo"&gt;&lt;/p&gt;</a:t>
            </a:r>
          </a:p>
          <a:p>
            <a:pPr marL="0" indent="0">
              <a:buNone/>
            </a:pPr>
            <a:endParaRPr lang="en-US" dirty="0"/>
          </a:p>
          <a:p>
            <a:pPr marL="0" indent="0">
              <a:buNone/>
            </a:pPr>
            <a:r>
              <a:rPr lang="en-US" dirty="0"/>
              <a:t>&lt;script&gt;</a:t>
            </a:r>
          </a:p>
          <a:p>
            <a:pPr marL="0" indent="0">
              <a:buNone/>
            </a:pPr>
            <a:r>
              <a:rPr lang="en-US" dirty="0"/>
              <a:t>let text = "";</a:t>
            </a:r>
          </a:p>
          <a:p>
            <a:pPr marL="0" indent="0">
              <a:buNone/>
            </a:pPr>
            <a:endParaRPr lang="en-US" dirty="0"/>
          </a:p>
          <a:p>
            <a:pPr marL="0" indent="0">
              <a:buNone/>
            </a:pPr>
            <a:r>
              <a:rPr lang="en-US" dirty="0"/>
              <a:t>let </a:t>
            </a:r>
            <a:r>
              <a:rPr lang="en-US" dirty="0" err="1"/>
              <a:t>i</a:t>
            </a:r>
            <a:r>
              <a:rPr lang="en-US" dirty="0"/>
              <a:t> = 0;</a:t>
            </a:r>
          </a:p>
          <a:p>
            <a:pPr marL="0" indent="0">
              <a:buNone/>
            </a:pPr>
            <a:r>
              <a:rPr lang="en-US" dirty="0"/>
              <a:t>while (</a:t>
            </a:r>
            <a:r>
              <a:rPr lang="en-US" dirty="0" err="1"/>
              <a:t>i</a:t>
            </a:r>
            <a:r>
              <a:rPr lang="en-US" dirty="0"/>
              <a:t> &lt; 10) {</a:t>
            </a:r>
          </a:p>
          <a:p>
            <a:pPr marL="0" indent="0">
              <a:buNone/>
            </a:pPr>
            <a:r>
              <a:rPr lang="en-US" dirty="0"/>
              <a:t>  text += "The number is " + </a:t>
            </a:r>
            <a:r>
              <a:rPr lang="en-US" dirty="0" err="1"/>
              <a:t>i</a:t>
            </a:r>
            <a:r>
              <a:rPr lang="en-US" dirty="0"/>
              <a:t> + "&lt;</a:t>
            </a:r>
            <a:r>
              <a:rPr lang="en-US" dirty="0" err="1"/>
              <a:t>br</a:t>
            </a:r>
            <a:r>
              <a:rPr lang="en-US" dirty="0"/>
              <a:t>&gt;";</a:t>
            </a:r>
          </a:p>
          <a:p>
            <a:pPr marL="0" indent="0">
              <a:buNone/>
            </a:pPr>
            <a:r>
              <a:rPr lang="en-US" dirty="0"/>
              <a:t>  </a:t>
            </a:r>
            <a:r>
              <a:rPr lang="en-US" dirty="0" err="1"/>
              <a:t>i</a:t>
            </a:r>
            <a:r>
              <a:rPr lang="en-US" dirty="0"/>
              <a:t>++;</a:t>
            </a:r>
          </a:p>
          <a:p>
            <a:pPr marL="0" indent="0">
              <a:buNone/>
            </a:pPr>
            <a:r>
              <a:rPr lang="en-US" dirty="0"/>
              <a:t>}</a:t>
            </a:r>
          </a:p>
          <a:p>
            <a:pPr marL="0" indent="0">
              <a:buNone/>
            </a:pPr>
            <a:endParaRPr lang="en-US" dirty="0"/>
          </a:p>
          <a:p>
            <a:pPr marL="0" indent="0">
              <a:buNone/>
            </a:pPr>
            <a:r>
              <a:rPr lang="en-US" dirty="0" err="1"/>
              <a:t>document.getElementById</a:t>
            </a:r>
            <a:r>
              <a:rPr lang="en-US" dirty="0"/>
              <a:t>("demo").</a:t>
            </a:r>
            <a:r>
              <a:rPr lang="en-US" dirty="0" err="1"/>
              <a:t>innerHTML</a:t>
            </a:r>
            <a:r>
              <a:rPr lang="en-US" dirty="0"/>
              <a:t> = text;</a:t>
            </a:r>
          </a:p>
          <a:p>
            <a:pPr marL="0" indent="0">
              <a:buNone/>
            </a:pPr>
            <a:r>
              <a:rPr lang="en-US" dirty="0"/>
              <a:t>&lt;/script&gt;</a:t>
            </a:r>
          </a:p>
        </p:txBody>
      </p:sp>
    </p:spTree>
    <p:extLst>
      <p:ext uri="{BB962C8B-B14F-4D97-AF65-F5344CB8AC3E}">
        <p14:creationId xmlns:p14="http://schemas.microsoft.com/office/powerpoint/2010/main" val="31166384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28E67-7F09-860C-A22B-24454EF9D0E7}"/>
              </a:ext>
            </a:extLst>
          </p:cNvPr>
          <p:cNvSpPr>
            <a:spLocks noGrp="1"/>
          </p:cNvSpPr>
          <p:nvPr>
            <p:ph type="title"/>
          </p:nvPr>
        </p:nvSpPr>
        <p:spPr>
          <a:xfrm>
            <a:off x="0" y="1"/>
            <a:ext cx="12192000" cy="1497723"/>
          </a:xfrm>
          <a:solidFill>
            <a:srgbClr val="00B050"/>
          </a:solidFill>
        </p:spPr>
        <p:txBody>
          <a:bodyPr/>
          <a:lstStyle/>
          <a:p>
            <a:r>
              <a:rPr lang="en-US" dirty="0"/>
              <a:t>Do While</a:t>
            </a:r>
          </a:p>
        </p:txBody>
      </p:sp>
      <p:sp>
        <p:nvSpPr>
          <p:cNvPr id="3" name="Content Placeholder 2">
            <a:extLst>
              <a:ext uri="{FF2B5EF4-FFF2-40B4-BE49-F238E27FC236}">
                <a16:creationId xmlns:a16="http://schemas.microsoft.com/office/drawing/2014/main" id="{BED9165F-9617-240E-590F-5AC2CDE5EB5E}"/>
              </a:ext>
            </a:extLst>
          </p:cNvPr>
          <p:cNvSpPr>
            <a:spLocks noGrp="1"/>
          </p:cNvSpPr>
          <p:nvPr>
            <p:ph idx="1"/>
          </p:nvPr>
        </p:nvSpPr>
        <p:spPr/>
        <p:txBody>
          <a:bodyPr/>
          <a:lstStyle/>
          <a:p>
            <a:pPr marL="0" indent="0">
              <a:buNone/>
            </a:pPr>
            <a:r>
              <a:rPr lang="en-US" dirty="0"/>
              <a:t>The Do While Loop</a:t>
            </a:r>
          </a:p>
          <a:p>
            <a:pPr marL="0" indent="0">
              <a:buNone/>
            </a:pPr>
            <a:r>
              <a:rPr lang="en-US" dirty="0"/>
              <a:t>The do while loop is a variant of the while loop. This loop will execute the code block once, before checking if the condition is true, then it will repeat the loop as long as the condition is true.</a:t>
            </a:r>
          </a:p>
          <a:p>
            <a:pPr marL="0" indent="0">
              <a:buNone/>
            </a:pPr>
            <a:r>
              <a:rPr lang="en-US" dirty="0"/>
              <a:t>do {</a:t>
            </a:r>
            <a:br>
              <a:rPr lang="en-US" dirty="0"/>
            </a:br>
            <a:r>
              <a:rPr lang="en-US" i="1" dirty="0"/>
              <a:t>  // code block to be executed</a:t>
            </a:r>
            <a:br>
              <a:rPr lang="en-US" i="1" dirty="0"/>
            </a:br>
            <a:r>
              <a:rPr lang="en-US" dirty="0"/>
              <a:t>}</a:t>
            </a:r>
            <a:br>
              <a:rPr lang="en-US" dirty="0"/>
            </a:br>
            <a:r>
              <a:rPr lang="en-US" dirty="0"/>
              <a:t>while (</a:t>
            </a:r>
            <a:r>
              <a:rPr lang="en-US" i="1" dirty="0"/>
              <a:t>condition</a:t>
            </a:r>
            <a:r>
              <a:rPr lang="en-US" dirty="0"/>
              <a:t>);</a:t>
            </a:r>
          </a:p>
        </p:txBody>
      </p:sp>
    </p:spTree>
    <p:extLst>
      <p:ext uri="{BB962C8B-B14F-4D97-AF65-F5344CB8AC3E}">
        <p14:creationId xmlns:p14="http://schemas.microsoft.com/office/powerpoint/2010/main" val="30248302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D7532-36B1-4FF5-81FE-AEF985D7BE9B}"/>
              </a:ext>
            </a:extLst>
          </p:cNvPr>
          <p:cNvSpPr>
            <a:spLocks noGrp="1"/>
          </p:cNvSpPr>
          <p:nvPr>
            <p:ph type="title"/>
          </p:nvPr>
        </p:nvSpPr>
        <p:spPr>
          <a:xfrm>
            <a:off x="0" y="1"/>
            <a:ext cx="12192000" cy="1213944"/>
          </a:xfrm>
          <a:solidFill>
            <a:srgbClr val="00B050"/>
          </a:solidFill>
        </p:spPr>
        <p:txBody>
          <a:bodyPr/>
          <a:lstStyle/>
          <a:p>
            <a:r>
              <a:rPr lang="en-US" dirty="0"/>
              <a:t>Do While Loop Examples</a:t>
            </a:r>
          </a:p>
        </p:txBody>
      </p:sp>
      <p:sp>
        <p:nvSpPr>
          <p:cNvPr id="3" name="Content Placeholder 2">
            <a:extLst>
              <a:ext uri="{FF2B5EF4-FFF2-40B4-BE49-F238E27FC236}">
                <a16:creationId xmlns:a16="http://schemas.microsoft.com/office/drawing/2014/main" id="{F7D96B6C-891C-DEF6-33A6-818BD9C3A70C}"/>
              </a:ext>
            </a:extLst>
          </p:cNvPr>
          <p:cNvSpPr>
            <a:spLocks noGrp="1"/>
          </p:cNvSpPr>
          <p:nvPr>
            <p:ph idx="1"/>
          </p:nvPr>
        </p:nvSpPr>
        <p:spPr>
          <a:xfrm>
            <a:off x="157655" y="1418897"/>
            <a:ext cx="11196145" cy="4758066"/>
          </a:xfrm>
        </p:spPr>
        <p:txBody>
          <a:bodyPr>
            <a:normAutofit fontScale="70000" lnSpcReduction="20000"/>
          </a:bodyPr>
          <a:lstStyle/>
          <a:p>
            <a:pPr marL="0" indent="0">
              <a:buNone/>
            </a:pPr>
            <a:r>
              <a:rPr lang="en-US" dirty="0"/>
              <a:t>&lt;p id="demo"&gt;&lt;/p&gt;</a:t>
            </a:r>
          </a:p>
          <a:p>
            <a:pPr marL="0" indent="0">
              <a:buNone/>
            </a:pPr>
            <a:endParaRPr lang="en-US" dirty="0"/>
          </a:p>
          <a:p>
            <a:pPr marL="0" indent="0">
              <a:buNone/>
            </a:pPr>
            <a:r>
              <a:rPr lang="en-US" dirty="0"/>
              <a:t>&lt;script&gt;</a:t>
            </a:r>
          </a:p>
          <a:p>
            <a:pPr marL="0" indent="0">
              <a:buNone/>
            </a:pPr>
            <a:r>
              <a:rPr lang="en-US" dirty="0"/>
              <a:t>let text = ""</a:t>
            </a:r>
          </a:p>
          <a:p>
            <a:pPr marL="0" indent="0">
              <a:buNone/>
            </a:pPr>
            <a:r>
              <a:rPr lang="en-US" dirty="0"/>
              <a:t>let </a:t>
            </a:r>
            <a:r>
              <a:rPr lang="en-US" dirty="0" err="1"/>
              <a:t>i</a:t>
            </a:r>
            <a:r>
              <a:rPr lang="en-US" dirty="0"/>
              <a:t> = 0;</a:t>
            </a:r>
          </a:p>
          <a:p>
            <a:pPr marL="0" indent="0">
              <a:buNone/>
            </a:pPr>
            <a:endParaRPr lang="en-US" dirty="0"/>
          </a:p>
          <a:p>
            <a:pPr marL="0" indent="0">
              <a:buNone/>
            </a:pPr>
            <a:r>
              <a:rPr lang="en-US" dirty="0"/>
              <a:t>do {</a:t>
            </a:r>
          </a:p>
          <a:p>
            <a:pPr marL="0" indent="0">
              <a:buNone/>
            </a:pPr>
            <a:r>
              <a:rPr lang="en-US" dirty="0"/>
              <a:t>  text += "&lt;</a:t>
            </a:r>
            <a:r>
              <a:rPr lang="en-US" dirty="0" err="1"/>
              <a:t>br</a:t>
            </a:r>
            <a:r>
              <a:rPr lang="en-US" dirty="0"/>
              <a:t>&gt;The number is " + </a:t>
            </a:r>
            <a:r>
              <a:rPr lang="en-US" dirty="0" err="1"/>
              <a:t>i</a:t>
            </a:r>
            <a:r>
              <a:rPr lang="en-US" dirty="0"/>
              <a:t>;</a:t>
            </a:r>
          </a:p>
          <a:p>
            <a:pPr marL="0" indent="0">
              <a:buNone/>
            </a:pPr>
            <a:r>
              <a:rPr lang="en-US" dirty="0"/>
              <a:t>  </a:t>
            </a:r>
            <a:r>
              <a:rPr lang="en-US" dirty="0" err="1"/>
              <a:t>i</a:t>
            </a:r>
            <a:r>
              <a:rPr lang="en-US" dirty="0"/>
              <a:t>++;</a:t>
            </a:r>
          </a:p>
          <a:p>
            <a:pPr marL="0" indent="0">
              <a:buNone/>
            </a:pPr>
            <a:r>
              <a:rPr lang="en-US" dirty="0"/>
              <a:t>}</a:t>
            </a:r>
          </a:p>
          <a:p>
            <a:pPr marL="0" indent="0">
              <a:buNone/>
            </a:pPr>
            <a:r>
              <a:rPr lang="en-US" dirty="0"/>
              <a:t>while (</a:t>
            </a:r>
            <a:r>
              <a:rPr lang="en-US" dirty="0" err="1"/>
              <a:t>i</a:t>
            </a:r>
            <a:r>
              <a:rPr lang="en-US" dirty="0"/>
              <a:t> &lt; 10);  </a:t>
            </a:r>
          </a:p>
          <a:p>
            <a:pPr marL="0" indent="0">
              <a:buNone/>
            </a:pPr>
            <a:endParaRPr lang="en-US" dirty="0"/>
          </a:p>
          <a:p>
            <a:pPr marL="0" indent="0">
              <a:buNone/>
            </a:pPr>
            <a:r>
              <a:rPr lang="en-US" dirty="0" err="1"/>
              <a:t>document.getElementById</a:t>
            </a:r>
            <a:r>
              <a:rPr lang="en-US" dirty="0"/>
              <a:t>("demo").</a:t>
            </a:r>
            <a:r>
              <a:rPr lang="en-US" dirty="0" err="1"/>
              <a:t>innerHTML</a:t>
            </a:r>
            <a:r>
              <a:rPr lang="en-US" dirty="0"/>
              <a:t> = text;</a:t>
            </a:r>
          </a:p>
          <a:p>
            <a:pPr marL="0" indent="0">
              <a:buNone/>
            </a:pPr>
            <a:r>
              <a:rPr lang="en-US" dirty="0"/>
              <a:t>&lt;/script&gt;</a:t>
            </a:r>
          </a:p>
        </p:txBody>
      </p:sp>
    </p:spTree>
    <p:extLst>
      <p:ext uri="{BB962C8B-B14F-4D97-AF65-F5344CB8AC3E}">
        <p14:creationId xmlns:p14="http://schemas.microsoft.com/office/powerpoint/2010/main" val="35753927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ADB19-6E9C-7949-204F-4806B127F89E}"/>
              </a:ext>
            </a:extLst>
          </p:cNvPr>
          <p:cNvSpPr>
            <a:spLocks noGrp="1"/>
          </p:cNvSpPr>
          <p:nvPr>
            <p:ph type="title"/>
          </p:nvPr>
        </p:nvSpPr>
        <p:spPr>
          <a:xfrm>
            <a:off x="0" y="1"/>
            <a:ext cx="12192000" cy="1024758"/>
          </a:xfrm>
          <a:solidFill>
            <a:srgbClr val="00B050"/>
          </a:solidFill>
        </p:spPr>
        <p:txBody>
          <a:bodyPr/>
          <a:lstStyle/>
          <a:p>
            <a:r>
              <a:rPr lang="en-US" dirty="0"/>
              <a:t>Do While loop</a:t>
            </a:r>
          </a:p>
        </p:txBody>
      </p:sp>
      <p:sp>
        <p:nvSpPr>
          <p:cNvPr id="3" name="Content Placeholder 2">
            <a:extLst>
              <a:ext uri="{FF2B5EF4-FFF2-40B4-BE49-F238E27FC236}">
                <a16:creationId xmlns:a16="http://schemas.microsoft.com/office/drawing/2014/main" id="{4BDE5240-6B77-A039-5EFD-49B5750738EF}"/>
              </a:ext>
            </a:extLst>
          </p:cNvPr>
          <p:cNvSpPr>
            <a:spLocks noGrp="1"/>
          </p:cNvSpPr>
          <p:nvPr>
            <p:ph idx="1"/>
          </p:nvPr>
        </p:nvSpPr>
        <p:spPr>
          <a:xfrm>
            <a:off x="409903" y="1545020"/>
            <a:ext cx="11666483" cy="5108027"/>
          </a:xfrm>
        </p:spPr>
        <p:txBody>
          <a:bodyPr>
            <a:normAutofit fontScale="77500" lnSpcReduction="20000"/>
          </a:bodyPr>
          <a:lstStyle/>
          <a:p>
            <a:pPr marL="0" indent="0">
              <a:buNone/>
            </a:pPr>
            <a:r>
              <a:rPr lang="en-US" dirty="0"/>
              <a:t>&lt;p id="demo"&gt;&lt;/p&gt;</a:t>
            </a:r>
          </a:p>
          <a:p>
            <a:pPr marL="0" indent="0">
              <a:buNone/>
            </a:pPr>
            <a:endParaRPr lang="en-US" dirty="0"/>
          </a:p>
          <a:p>
            <a:pPr marL="0" indent="0">
              <a:buNone/>
            </a:pPr>
            <a:r>
              <a:rPr lang="en-US" dirty="0"/>
              <a:t>&lt;script&gt;</a:t>
            </a:r>
          </a:p>
          <a:p>
            <a:pPr marL="0" indent="0">
              <a:buNone/>
            </a:pPr>
            <a:r>
              <a:rPr lang="en-US" dirty="0"/>
              <a:t>const cars = ["BMW", "Volvo", "Saab", "Ford"];</a:t>
            </a:r>
          </a:p>
          <a:p>
            <a:pPr marL="0" indent="0">
              <a:buNone/>
            </a:pPr>
            <a:endParaRPr lang="en-US" dirty="0"/>
          </a:p>
          <a:p>
            <a:pPr marL="0" indent="0">
              <a:buNone/>
            </a:pPr>
            <a:r>
              <a:rPr lang="en-US" dirty="0"/>
              <a:t>let </a:t>
            </a:r>
            <a:r>
              <a:rPr lang="en-US" dirty="0" err="1"/>
              <a:t>i</a:t>
            </a:r>
            <a:r>
              <a:rPr lang="en-US" dirty="0"/>
              <a:t> = 0;</a:t>
            </a:r>
          </a:p>
          <a:p>
            <a:pPr marL="0" indent="0">
              <a:buNone/>
            </a:pPr>
            <a:r>
              <a:rPr lang="en-US" dirty="0"/>
              <a:t>let text = "";</a:t>
            </a:r>
          </a:p>
          <a:p>
            <a:pPr marL="0" indent="0">
              <a:buNone/>
            </a:pPr>
            <a:r>
              <a:rPr lang="en-US" dirty="0"/>
              <a:t>while (cars[</a:t>
            </a:r>
            <a:r>
              <a:rPr lang="en-US" dirty="0" err="1"/>
              <a:t>i</a:t>
            </a:r>
            <a:r>
              <a:rPr lang="en-US" dirty="0"/>
              <a:t>]) {</a:t>
            </a:r>
          </a:p>
          <a:p>
            <a:pPr marL="0" indent="0">
              <a:buNone/>
            </a:pPr>
            <a:r>
              <a:rPr lang="en-US" dirty="0"/>
              <a:t>  text += cars[</a:t>
            </a:r>
            <a:r>
              <a:rPr lang="en-US" dirty="0" err="1"/>
              <a:t>i</a:t>
            </a:r>
            <a:r>
              <a:rPr lang="en-US" dirty="0"/>
              <a:t>] + "&lt;</a:t>
            </a:r>
            <a:r>
              <a:rPr lang="en-US" dirty="0" err="1"/>
              <a:t>br</a:t>
            </a:r>
            <a:r>
              <a:rPr lang="en-US" dirty="0"/>
              <a:t>&gt;";</a:t>
            </a:r>
          </a:p>
          <a:p>
            <a:pPr marL="0" indent="0">
              <a:buNone/>
            </a:pPr>
            <a:r>
              <a:rPr lang="en-US" dirty="0"/>
              <a:t>  </a:t>
            </a:r>
            <a:r>
              <a:rPr lang="en-US" dirty="0" err="1"/>
              <a:t>i</a:t>
            </a:r>
            <a:r>
              <a:rPr lang="en-US" dirty="0"/>
              <a:t>++;</a:t>
            </a:r>
          </a:p>
          <a:p>
            <a:pPr marL="0" indent="0">
              <a:buNone/>
            </a:pPr>
            <a:r>
              <a:rPr lang="en-US" dirty="0"/>
              <a:t>}</a:t>
            </a:r>
          </a:p>
          <a:p>
            <a:pPr marL="0" indent="0">
              <a:buNone/>
            </a:pPr>
            <a:endParaRPr lang="en-US" dirty="0"/>
          </a:p>
          <a:p>
            <a:pPr marL="0" indent="0">
              <a:buNone/>
            </a:pPr>
            <a:r>
              <a:rPr lang="en-US" dirty="0" err="1"/>
              <a:t>document.getElementById</a:t>
            </a:r>
            <a:r>
              <a:rPr lang="en-US" dirty="0"/>
              <a:t>("demo").</a:t>
            </a:r>
            <a:r>
              <a:rPr lang="en-US" dirty="0" err="1"/>
              <a:t>innerHTML</a:t>
            </a:r>
            <a:r>
              <a:rPr lang="en-US" dirty="0"/>
              <a:t> = text;</a:t>
            </a:r>
          </a:p>
          <a:p>
            <a:pPr marL="0" indent="0">
              <a:buNone/>
            </a:pPr>
            <a:r>
              <a:rPr lang="en-US" dirty="0"/>
              <a:t>&lt;/script&gt;</a:t>
            </a:r>
          </a:p>
        </p:txBody>
      </p:sp>
    </p:spTree>
    <p:extLst>
      <p:ext uri="{BB962C8B-B14F-4D97-AF65-F5344CB8AC3E}">
        <p14:creationId xmlns:p14="http://schemas.microsoft.com/office/powerpoint/2010/main" val="17053497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TotalTime>
  <Words>518</Words>
  <Application>Microsoft Office PowerPoint</Application>
  <PresentationFormat>Widescreen</PresentationFormat>
  <Paragraphs>100</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Calibri Light</vt:lpstr>
      <vt:lpstr>Office Theme</vt:lpstr>
      <vt:lpstr>Java Script</vt:lpstr>
      <vt:lpstr>JavaScript topics</vt:lpstr>
      <vt:lpstr>Loops</vt:lpstr>
      <vt:lpstr>For  Loop</vt:lpstr>
      <vt:lpstr>For Loop</vt:lpstr>
      <vt:lpstr>For Loop Example</vt:lpstr>
      <vt:lpstr>For Loop </vt:lpstr>
      <vt:lpstr>While Loop</vt:lpstr>
      <vt:lpstr>Do While</vt:lpstr>
      <vt:lpstr>Do While Loop Examples</vt:lpstr>
      <vt:lpstr>Do While loop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Student</dc:creator>
  <cp:lastModifiedBy>Student</cp:lastModifiedBy>
  <cp:revision>6</cp:revision>
  <dcterms:created xsi:type="dcterms:W3CDTF">2025-10-09T08:54:30Z</dcterms:created>
  <dcterms:modified xsi:type="dcterms:W3CDTF">2025-10-09T09:13:17Z</dcterms:modified>
</cp:coreProperties>
</file>