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CF91-355B-FD72-C3E1-B272FF12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3212F-EC62-6E3A-253D-449236240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B0F89-BBDB-3011-3BF4-FCCD5496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8AC17-2AC6-A893-4EA8-968F960C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55FAA-DA51-BC54-155D-F6D856E5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3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5302-6B74-A470-FC58-48D5A2A9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6F93B-8392-667D-1371-F5C2F44E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B8DD-2F2A-BD8D-488A-03ED339B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E2DC4-0446-6789-07E4-FBBB6425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E42D8-3408-3803-56AC-5F60090F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31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1422-43B5-38D3-9656-3AFFC99B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2E6D7-9347-F39E-DCED-5064F6575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828E4-B450-1A57-DDCD-BCF9496B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577F8-F452-89E9-F54C-03C2A253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0A99B-503A-4F60-21B0-B7CF4687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5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4BE4-DFD2-1DEE-F5ED-4DCCD718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E2962-7493-3242-2999-25BE5F981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1A415-0CE4-1E29-86FC-21A0B23C6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1598D-A7F6-920B-CA96-EC4ED5F8C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CE205-1FA9-872D-8586-514127CB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00771-25A3-0ED2-DC5E-3BE2EF3D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9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DF93F-8391-6198-A61A-1A1A77E19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6CAFB-4D38-CB20-BD16-974D0475D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D0C2B-A962-DEC9-FB97-CEB80794F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73720-85CB-0449-14F9-37E0CB8E1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2FB444-84C6-4636-67CA-60A4DDD0C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A074A-E278-9E4A-C588-271F7BC0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83798-4A58-61C0-D7F9-C4E2AFEB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64A0E2-BB1E-116C-5803-D0883204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2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9DE3-1439-5C38-F62D-2F9DAB63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66E57-1A14-BD42-9942-EEFEA714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A87F8-6B47-3EA6-DE4A-B2AA9A9E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2C1E6-88B8-1E54-B4CA-93E885F9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4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139E4-B1D0-B396-2C8D-2417E367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6CD54-F12F-6FEB-5458-23E530BB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B5D34-C548-B2D3-8B6D-B9E82EDE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8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C6286-C86B-7F02-8110-F12A8E2F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48C07-1CEC-A273-BC5D-15C6C4145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1E746-61CF-A790-DEB2-99AE60EE1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12E67-04E4-9733-9327-9F86C79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B63DE-3E5C-3266-7C81-0BC14E3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BDE42-B753-7B3E-6DB9-E52EE876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3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E100-C837-57A5-3CEE-5085FEE7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648B2-05E9-DF1E-53A3-A9B02203A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8392D-6536-203F-F4BE-8F8B2A344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1C317-B94C-8B22-92A5-41E00F3B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DE9D8-A15A-FC9B-7F6B-2AA7182F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D07D9-7A0C-65F5-9EB9-CB4B2AC8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9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E81F-A671-4026-4C9A-0F428589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5EE0F-9D64-D814-814B-CC04C3FB0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23BFB-4B3D-447F-E480-ED2B1B0C1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BD18C-B6C4-1B6B-095C-10C55AFF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4BB7B-436E-DA44-7545-2A90BFC0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0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F88274-C617-ECF3-1E00-666DDB82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9217A-9E7D-0F64-3A40-156B39C40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4A1A-A811-B4FF-D80B-567BB1C9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B56C2-6FF2-D11E-2036-A24C27A5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9E36-8822-7F18-757A-92F1C579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7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E4D06-3DF8-58ED-4C95-F44A53D9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168FD-06B8-3A2F-4A83-12FCD5F96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D534F-E3E7-1F7E-7668-2C1101B5E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75C48-3C7A-4EB4-B5AB-11A3E3802098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ECE6F-58AE-58C4-ED3B-F3F0185C5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738D0-C671-8D99-A02D-5D2E3683A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ACF53-FF24-4654-91D2-2F302BF8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5256-42D2-BBA0-E84F-6C34D1A35B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Java 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69601-8207-ED17-CA00-C5ED0A9303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PITP : Lecture – 03</a:t>
            </a:r>
          </a:p>
          <a:p>
            <a:r>
              <a:rPr lang="en-US" b="1" dirty="0"/>
              <a:t>Instructor: </a:t>
            </a:r>
            <a:r>
              <a:rPr lang="en-US" b="1" dirty="0" err="1"/>
              <a:t>Chettan</a:t>
            </a:r>
            <a:r>
              <a:rPr lang="en-US" b="1" dirty="0"/>
              <a:t> Parkash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8A4C7-3C91-BC4B-D332-13633DD96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27280"/>
            <a:ext cx="2023241" cy="210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25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E510-87C4-4719-543C-AA9426844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45475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Java Script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978F9-0368-9B77-9715-ADEA48F5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Query Selector</a:t>
            </a:r>
          </a:p>
          <a:p>
            <a:r>
              <a:rPr lang="en-US" sz="3200" dirty="0"/>
              <a:t>Conditionals</a:t>
            </a:r>
          </a:p>
          <a:p>
            <a:r>
              <a:rPr lang="en-US" sz="3200" dirty="0"/>
              <a:t>Loops</a:t>
            </a:r>
          </a:p>
          <a:p>
            <a:r>
              <a:rPr lang="en-US" sz="3200" dirty="0"/>
              <a:t>Functions</a:t>
            </a:r>
          </a:p>
          <a:p>
            <a:r>
              <a:rPr lang="en-US" sz="3200" dirty="0"/>
              <a:t>Arrow functions</a:t>
            </a:r>
          </a:p>
          <a:p>
            <a:r>
              <a:rPr lang="en-US" sz="3200" dirty="0"/>
              <a:t>Template literals</a:t>
            </a:r>
          </a:p>
        </p:txBody>
      </p:sp>
    </p:spTree>
    <p:extLst>
      <p:ext uri="{BB962C8B-B14F-4D97-AF65-F5344CB8AC3E}">
        <p14:creationId xmlns:p14="http://schemas.microsoft.com/office/powerpoint/2010/main" val="322890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2981-D3C7-417F-86A3-36909774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6647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Query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267-9214-85CF-50C4-9830E4F7F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1" y="1608083"/>
            <a:ext cx="11180379" cy="45688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&lt;p&gt;This is  PITP Course 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 err="1"/>
              <a:t>document.querySelector</a:t>
            </a:r>
            <a:r>
              <a:rPr lang="en-US" dirty="0"/>
              <a:t>("p").</a:t>
            </a:r>
            <a:r>
              <a:rPr lang="en-US" dirty="0" err="1"/>
              <a:t>style.backgroundColor</a:t>
            </a:r>
            <a:r>
              <a:rPr lang="en-US" dirty="0"/>
              <a:t> = "red";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5964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B317-B37D-C703-2006-34D67DC5B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61240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Query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129CB-260D-1C80-CBA5-8E4B1FCBD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&lt;p class="example"&gt; PITP Web Development 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 err="1"/>
              <a:t>document.querySelector</a:t>
            </a:r>
            <a:r>
              <a:rPr lang="en-US" dirty="0"/>
              <a:t>(".example").</a:t>
            </a:r>
            <a:r>
              <a:rPr lang="en-US" dirty="0" err="1"/>
              <a:t>style.backgroundColor</a:t>
            </a:r>
            <a:r>
              <a:rPr lang="en-US" dirty="0"/>
              <a:t> = "red";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78599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3DFF-A7BE-4994-EB9C-9B6B0573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08537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Query Selector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C7936-6EDB-AFD8-B538-A623CB8F8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79" y="1450428"/>
            <a:ext cx="11650718" cy="4726535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querySelector</a:t>
            </a:r>
            <a:r>
              <a:rPr lang="en-US" dirty="0"/>
              <a:t>() method returns the </a:t>
            </a:r>
            <a:r>
              <a:rPr lang="en-US" b="1" dirty="0"/>
              <a:t>first</a:t>
            </a:r>
            <a:r>
              <a:rPr lang="en-US" dirty="0"/>
              <a:t> element that matches a CSS selector.</a:t>
            </a:r>
          </a:p>
          <a:p>
            <a:r>
              <a:rPr lang="en-US" dirty="0"/>
              <a:t>To return </a:t>
            </a:r>
            <a:r>
              <a:rPr lang="en-US" b="1" dirty="0"/>
              <a:t>all</a:t>
            </a:r>
            <a:r>
              <a:rPr lang="en-US" dirty="0"/>
              <a:t> matches (not only the first), use the </a:t>
            </a:r>
            <a:r>
              <a:rPr lang="en-US" dirty="0" err="1"/>
              <a:t>querySelectorAll</a:t>
            </a:r>
            <a:r>
              <a:rPr lang="en-US" dirty="0"/>
              <a:t>() instead.</a:t>
            </a:r>
          </a:p>
          <a:p>
            <a:r>
              <a:rPr lang="en-US" dirty="0"/>
              <a:t>Both </a:t>
            </a:r>
            <a:r>
              <a:rPr lang="en-US" dirty="0" err="1"/>
              <a:t>querySelector</a:t>
            </a:r>
            <a:r>
              <a:rPr lang="en-US" dirty="0"/>
              <a:t>() and </a:t>
            </a:r>
            <a:r>
              <a:rPr lang="en-US" dirty="0" err="1"/>
              <a:t>querySelectorAll</a:t>
            </a:r>
            <a:r>
              <a:rPr lang="en-US" dirty="0"/>
              <a:t>() throw a SYNTAX_ERR exception if the selector(s) is invalid.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2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3485-B8F0-29A4-161A-4D0889C4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82413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Query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B3465-91E6-C9EF-5A93-BDFAAC5B6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&lt;h2 class="example"&gt;A heading&lt;/h2&gt;</a:t>
            </a:r>
          </a:p>
          <a:p>
            <a:pPr marL="0" indent="0">
              <a:buNone/>
            </a:pPr>
            <a:r>
              <a:rPr lang="en-US" dirty="0"/>
              <a:t>&lt;p class="example"&gt;A paragraph.&lt;/p&gt;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 err="1"/>
              <a:t>document.querySelector</a:t>
            </a:r>
            <a:r>
              <a:rPr lang="en-US" dirty="0"/>
              <a:t>("</a:t>
            </a:r>
            <a:r>
              <a:rPr lang="en-US" dirty="0" err="1"/>
              <a:t>p.example</a:t>
            </a:r>
            <a:r>
              <a:rPr lang="en-US" dirty="0"/>
              <a:t>").</a:t>
            </a:r>
            <a:r>
              <a:rPr lang="en-US" dirty="0" err="1"/>
              <a:t>style.backgroundColor</a:t>
            </a:r>
            <a:r>
              <a:rPr lang="en-US" dirty="0"/>
              <a:t> = "red";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00193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5B68-BA30-7F9D-3536-8B190F27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45475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Query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05F2E-AB06-0836-284F-65BB04831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7" y="1481959"/>
            <a:ext cx="11839904" cy="53760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&lt;p id="demo"&gt;This is a p element with id="demo".&lt;/p&gt;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 err="1"/>
              <a:t>document.querySelector</a:t>
            </a:r>
            <a:r>
              <a:rPr lang="en-US" dirty="0"/>
              <a:t>("#demo").</a:t>
            </a:r>
            <a:r>
              <a:rPr lang="en-US" dirty="0" err="1"/>
              <a:t>innerHTML</a:t>
            </a:r>
            <a:r>
              <a:rPr lang="en-US" dirty="0"/>
              <a:t> = "Hello World!";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pt-BR" dirty="0"/>
              <a:t>&lt;h4&gt;A h4 element&lt;/h4&gt;</a:t>
            </a:r>
          </a:p>
          <a:p>
            <a:pPr marL="0" indent="0">
              <a:buNone/>
            </a:pPr>
            <a:r>
              <a:rPr lang="pt-BR" dirty="0"/>
              <a:t>&lt;h3&gt;A h3 element&lt;/h3&gt;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&lt;script&gt;</a:t>
            </a:r>
          </a:p>
          <a:p>
            <a:pPr marL="0" indent="0">
              <a:buNone/>
            </a:pPr>
            <a:r>
              <a:rPr lang="pt-BR" dirty="0"/>
              <a:t>document.querySelector("h3, h4").style.backgroundColor = "red";</a:t>
            </a:r>
          </a:p>
          <a:p>
            <a:pPr marL="0" indent="0">
              <a:buNone/>
            </a:pPr>
            <a:r>
              <a:rPr lang="pt-BR" dirty="0"/>
              <a:t>&lt;/script&gt;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95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5725-16E2-CC1F-158B-318699DD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29710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Query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DFD4-1541-9CD2-9661-4AB193896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7" y="1545021"/>
            <a:ext cx="11824138" cy="51395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&lt;p class="example"&gt;A paragraph.&lt;/p&gt;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nodeList</a:t>
            </a:r>
            <a:r>
              <a:rPr lang="en-US" dirty="0"/>
              <a:t> = </a:t>
            </a:r>
            <a:r>
              <a:rPr lang="en-US" dirty="0" err="1"/>
              <a:t>document.querySelectorAll</a:t>
            </a:r>
            <a:r>
              <a:rPr lang="en-US" dirty="0"/>
              <a:t>(".example");</a:t>
            </a:r>
          </a:p>
          <a:p>
            <a:pPr marL="0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nodeList.length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nodeList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style.backgroundColor</a:t>
            </a:r>
            <a:r>
              <a:rPr lang="en-US" dirty="0"/>
              <a:t> = "red";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90107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2144-6B56-69C7-DAC6-670AD078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08994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Conditionals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99B1-B0C5-4C4E-AA79-77A659748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8994"/>
            <a:ext cx="12191999" cy="516796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Use if to specify a </a:t>
            </a:r>
            <a:r>
              <a:rPr lang="en-US" b="1" dirty="0"/>
              <a:t>code block</a:t>
            </a:r>
            <a:r>
              <a:rPr lang="en-US" dirty="0"/>
              <a:t> to be executed, if a specified condition is true</a:t>
            </a:r>
          </a:p>
          <a:p>
            <a:r>
              <a:rPr lang="en-US" dirty="0"/>
              <a:t>Use else to specify a </a:t>
            </a:r>
            <a:r>
              <a:rPr lang="en-US" b="1" dirty="0"/>
              <a:t>code block</a:t>
            </a:r>
            <a:r>
              <a:rPr lang="en-US" dirty="0"/>
              <a:t> to be executed, if the same condition is false</a:t>
            </a:r>
          </a:p>
          <a:p>
            <a:r>
              <a:rPr lang="en-US" dirty="0"/>
              <a:t>Use else if to specify a </a:t>
            </a:r>
            <a:r>
              <a:rPr lang="en-US" b="1" dirty="0"/>
              <a:t>new condition</a:t>
            </a:r>
            <a:r>
              <a:rPr lang="en-US" dirty="0"/>
              <a:t> to test, if the first condition is false</a:t>
            </a:r>
          </a:p>
          <a:p>
            <a:r>
              <a:rPr lang="en-US" dirty="0"/>
              <a:t>Use switch to specify many </a:t>
            </a:r>
            <a:r>
              <a:rPr lang="en-US" b="1" dirty="0"/>
              <a:t>alternative code blocks</a:t>
            </a:r>
            <a:r>
              <a:rPr lang="en-US" dirty="0"/>
              <a:t> to be executed</a:t>
            </a:r>
          </a:p>
          <a:p>
            <a:r>
              <a:rPr lang="en-US" dirty="0"/>
              <a:t>Use (? :) (ternary) as a </a:t>
            </a:r>
            <a:r>
              <a:rPr lang="en-US" b="1" dirty="0"/>
              <a:t>shorthand</a:t>
            </a:r>
            <a:r>
              <a:rPr lang="en-US" dirty="0"/>
              <a:t> for if...else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278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A28E-BF29-EACC-CC37-C17AE113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4760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If Else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17EED-0916-5AE1-8957-347AC1D1A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 (</a:t>
            </a:r>
            <a:r>
              <a:rPr lang="en-US" i="1" dirty="0"/>
              <a:t>condition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 //</a:t>
            </a:r>
            <a:r>
              <a:rPr lang="en-US" i="1" dirty="0"/>
              <a:t> code to execute if the condition is true</a:t>
            </a:r>
            <a:br>
              <a:rPr lang="en-US" i="1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 (</a:t>
            </a:r>
            <a:r>
              <a:rPr lang="en-US" i="1" dirty="0"/>
              <a:t>condition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                          //</a:t>
            </a:r>
            <a:r>
              <a:rPr lang="en-US" i="1" dirty="0"/>
              <a:t> code to execute if the condition is true</a:t>
            </a:r>
            <a:br>
              <a:rPr lang="en-US" i="1" dirty="0"/>
            </a:br>
            <a:r>
              <a:rPr lang="en-US" dirty="0"/>
              <a:t>} else {</a:t>
            </a:r>
            <a:br>
              <a:rPr lang="en-US" dirty="0"/>
            </a:br>
            <a:r>
              <a:rPr lang="en-US" dirty="0"/>
              <a:t>                            //</a:t>
            </a:r>
            <a:r>
              <a:rPr lang="en-US" i="1" dirty="0"/>
              <a:t> code to execute if the condition is false</a:t>
            </a:r>
            <a:br>
              <a:rPr lang="en-US" i="1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313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16C6-1176-A9CD-0A08-6933F30C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82414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Nested If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98821-5D45-5E77-DB87-01CF6747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86" y="1182415"/>
            <a:ext cx="11164614" cy="49945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 (</a:t>
            </a:r>
            <a:r>
              <a:rPr lang="en-US" i="1" dirty="0"/>
              <a:t>condition1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                             //</a:t>
            </a:r>
            <a:r>
              <a:rPr lang="en-US" i="1" dirty="0"/>
              <a:t> code to execute if condition1 is true</a:t>
            </a:r>
            <a:br>
              <a:rPr lang="en-US" i="1" dirty="0"/>
            </a:br>
            <a:r>
              <a:rPr lang="en-US" dirty="0"/>
              <a:t>}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else if (</a:t>
            </a:r>
            <a:r>
              <a:rPr lang="en-US" i="1" dirty="0"/>
              <a:t>condition2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                  //</a:t>
            </a:r>
            <a:r>
              <a:rPr lang="en-US" i="1" dirty="0"/>
              <a:t> code to execute if the condition1 is false and condition2 is true</a:t>
            </a:r>
            <a:br>
              <a:rPr lang="en-US" dirty="0"/>
            </a:br>
            <a:r>
              <a:rPr lang="en-US" dirty="0"/>
              <a:t>} </a:t>
            </a:r>
          </a:p>
          <a:p>
            <a:pPr marL="0" indent="0">
              <a:buNone/>
            </a:pPr>
            <a:r>
              <a:rPr lang="en-US" dirty="0"/>
              <a:t>else {</a:t>
            </a:r>
            <a:br>
              <a:rPr lang="en-US" dirty="0"/>
            </a:br>
            <a:r>
              <a:rPr lang="en-US" dirty="0"/>
              <a:t>                  //</a:t>
            </a:r>
            <a:r>
              <a:rPr lang="en-US" i="1" dirty="0"/>
              <a:t> code to execute if the condition1 is false and condition2 is false</a:t>
            </a:r>
            <a:br>
              <a:rPr lang="en-US" i="1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7812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7167-5A54-36C6-98F0-F0052DCC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4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6D042-C6C5-1DE6-F746-14840DF7E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switch(</a:t>
            </a:r>
            <a:r>
              <a:rPr lang="en-US" i="1" dirty="0"/>
              <a:t>expression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 case </a:t>
            </a:r>
            <a:r>
              <a:rPr lang="en-US" i="1" dirty="0"/>
              <a:t>x</a:t>
            </a:r>
            <a:r>
              <a:rPr lang="en-US" dirty="0"/>
              <a:t>:</a:t>
            </a:r>
            <a:br>
              <a:rPr lang="en-US" dirty="0"/>
            </a:br>
            <a:r>
              <a:rPr lang="en-US" i="1"/>
              <a:t>                  </a:t>
            </a:r>
            <a:r>
              <a:rPr lang="en-US" i="1" dirty="0"/>
              <a:t>// code block</a:t>
            </a:r>
            <a:br>
              <a:rPr lang="en-US" i="1" dirty="0"/>
            </a:br>
            <a:r>
              <a:rPr lang="en-US" dirty="0"/>
              <a:t>    break;</a:t>
            </a:r>
            <a:br>
              <a:rPr lang="en-US" dirty="0"/>
            </a:br>
            <a:r>
              <a:rPr lang="en-US" dirty="0"/>
              <a:t>  case </a:t>
            </a:r>
            <a:r>
              <a:rPr lang="en-US" i="1" dirty="0"/>
              <a:t>y</a:t>
            </a:r>
            <a:r>
              <a:rPr lang="en-US" dirty="0"/>
              <a:t>:</a:t>
            </a:r>
            <a:br>
              <a:rPr lang="en-US" dirty="0"/>
            </a:br>
            <a:r>
              <a:rPr lang="en-US" i="1"/>
              <a:t>               // </a:t>
            </a:r>
            <a:r>
              <a:rPr lang="en-US" i="1" dirty="0"/>
              <a:t>code block</a:t>
            </a:r>
            <a:br>
              <a:rPr lang="en-US" i="1" dirty="0"/>
            </a:br>
            <a:r>
              <a:rPr lang="en-US" dirty="0"/>
              <a:t>    break;</a:t>
            </a:r>
            <a:br>
              <a:rPr lang="en-US" dirty="0"/>
            </a:br>
            <a:r>
              <a:rPr lang="en-US" dirty="0"/>
              <a:t>  default:</a:t>
            </a:r>
            <a:br>
              <a:rPr lang="en-US" dirty="0"/>
            </a:br>
            <a:r>
              <a:rPr lang="en-US" dirty="0"/>
              <a:t>    // </a:t>
            </a:r>
            <a:r>
              <a:rPr lang="en-US" i="1" dirty="0"/>
              <a:t>code block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085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557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Java Script</vt:lpstr>
      <vt:lpstr>Java Script tasks</vt:lpstr>
      <vt:lpstr>Query selector</vt:lpstr>
      <vt:lpstr>Query Selector</vt:lpstr>
      <vt:lpstr>Query Selector Description</vt:lpstr>
      <vt:lpstr>Query Selector</vt:lpstr>
      <vt:lpstr>Query Selector</vt:lpstr>
      <vt:lpstr>Query Selector</vt:lpstr>
      <vt:lpstr>Conditionals</vt:lpstr>
      <vt:lpstr>If Else conditions</vt:lpstr>
      <vt:lpstr>Nested If else</vt:lpstr>
      <vt:lpstr>Switch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15</cp:revision>
  <dcterms:created xsi:type="dcterms:W3CDTF">2025-10-08T05:19:00Z</dcterms:created>
  <dcterms:modified xsi:type="dcterms:W3CDTF">2025-10-08T07:36:25Z</dcterms:modified>
</cp:coreProperties>
</file>