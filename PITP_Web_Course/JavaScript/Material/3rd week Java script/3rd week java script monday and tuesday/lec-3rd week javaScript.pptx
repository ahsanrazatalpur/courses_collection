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899A-5716-B8FC-0E00-15BEC91E6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03423-CA75-E9D2-2AA2-FC1DB8F21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A03BD-CECE-9049-F39A-9FEA3A04D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F7CE2-5841-E766-83E0-3C554174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E6F16-F4E9-4710-EA05-46BB0130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21F6-FBC1-BFBA-3D7A-AFB85D31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C562-1CC1-5A0A-30BE-D6E78A7B7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4F6BD-9EA1-35EA-38B3-1835D7E7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FC28-2159-E7A6-09C8-1E3D0603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8ADF1-C54A-69D2-8985-8B456E7A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3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F668-EA10-4F1A-B539-420FC94C9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A5997-F207-8A19-5808-E38DFD66D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9AA75-672F-587B-A659-5EEF50CE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140AD-C427-1892-AF9C-CABA3839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2C3A4-AB54-21D4-E457-A2B58D75B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1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E4EC-9A85-E65A-85D2-BFA9124D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A37F-B9E1-E57C-572F-3927B9F55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64694-C477-8BC5-32FE-DFE23E9FD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045E8-20A2-873B-9413-EE9CA01A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5C189-218F-A40E-1FC2-81FDB72E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28C8D-1B96-A6E9-863F-AD077249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8F42-F228-22C3-DA8E-310D4B1B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BC6F1-6AE7-467E-122D-E36731D7E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39FE3-9AAC-C2E7-CD0C-EF73E0D42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4F4998-3638-828B-BD58-92802FA93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27C68-7DEE-0C45-BB0F-758B96438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3CCDCC-F502-4B84-65CD-2292CB24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FCBAB-5B1E-F9EF-85BD-2AED42500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BCE36-A961-B6F3-E5FD-8172CE54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92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5254-2D6D-533E-0864-98ACA043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A98CF-0740-1FC6-DB33-592AB8C68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1AA8B-715D-2B7F-AF21-9156C242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DBD25-46A8-63CE-8F8E-C4F37FEA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0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620D4-61F2-9F01-D754-40ABB261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D79FF-9450-7824-9BCE-208CC0E5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C9CE8-F879-F9F2-44AF-95E99CC5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64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34AF-80E6-C41C-D437-C503DA71E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5D3CC-1A40-D11B-B0D1-3A266E3DB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DD4B4-B394-A708-DA6F-C51E6689D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84D8D-C875-55EA-D897-9F357FB2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4BD93-7D7A-B7CF-1F83-502683DA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8FF73-C404-E3C7-6CB3-DC7223DE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5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5AB3-6402-106B-1DFA-685F7B3C0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C0E8D-3F96-2F9F-B09A-CFC0DA3EB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36C51-3AF8-F668-8BC4-23013E9B8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5ECD0-BBF3-792F-19A9-DF381B0E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9B5D2-F5EE-18F2-3E72-73642B22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3BADF-1157-F6A9-DECF-0C07272C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00DC2-CB52-D59E-79E3-8570D3D5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2831F-06C9-512A-6800-E53142429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B21BD-C2A7-C34D-E091-23D088BD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83BE9-C83B-3B50-E9D3-2E3517B19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6A036-3E60-E417-18D1-A1E23F61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7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59F7A-9460-2FDF-546E-1B373C8DF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19D85-07A6-E67E-A521-22753E9F6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ED0F0-E6DA-89C0-7D9D-41600D7E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F6250-8EF5-07F4-14D2-BD04A113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11791-6FCB-0966-73B4-2562C471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6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57B59-7C68-CC21-38F8-9348F3D9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575D4-E583-4DF6-2622-9C723DF79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AFDC6-8F9A-F70E-0CBE-125FDBBA2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7B1AF-E0B9-4B54-8492-0873AC5B622B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BCF63-C937-B29C-C9C3-06E9E6741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D7371-6D31-02F0-18A5-41A9C9CCE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DDBEC-0614-4FFA-A270-196788E8E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3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23B1-DF94-56B4-71C0-AEA03AFE3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0759" y="1122363"/>
            <a:ext cx="8008882" cy="2387600"/>
          </a:xfrm>
        </p:spPr>
        <p:txBody>
          <a:bodyPr>
            <a:normAutofit/>
          </a:bodyPr>
          <a:lstStyle/>
          <a:p>
            <a:r>
              <a:rPr lang="en-US" b="1" dirty="0"/>
              <a:t>PITP WEB DEVELOPMENT COURSE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AAC31-F7D4-DB86-DAB9-830BE1B2A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5062"/>
            <a:ext cx="9144000" cy="622738"/>
          </a:xfrm>
        </p:spPr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3</a:t>
            </a:r>
            <a:r>
              <a:rPr lang="en-US" b="1" baseline="30000" dirty="0">
                <a:highlight>
                  <a:srgbClr val="FFFF00"/>
                </a:highlight>
              </a:rPr>
              <a:t>rd</a:t>
            </a:r>
            <a:r>
              <a:rPr lang="en-US" b="1" dirty="0">
                <a:highlight>
                  <a:srgbClr val="FFFF00"/>
                </a:highlight>
              </a:rPr>
              <a:t> Week  ( Java Script)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6D7B2-A138-32C4-33FD-3DFE8580C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07" y="1122363"/>
            <a:ext cx="2948152" cy="306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27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6FA9A-8761-C391-9E63-2F412E9B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7647"/>
          </a:xfrm>
        </p:spPr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History of Java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1FB52-9679-E6FF-001B-4665F9D11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JavaScript</a:t>
            </a:r>
            <a:r>
              <a:rPr lang="en-US" dirty="0"/>
              <a:t> was invented by </a:t>
            </a:r>
            <a:r>
              <a:rPr lang="en-US" b="1" dirty="0"/>
              <a:t>Brendan Eich</a:t>
            </a:r>
            <a:r>
              <a:rPr lang="en-US" dirty="0"/>
              <a:t> in 1995.</a:t>
            </a:r>
          </a:p>
          <a:p>
            <a:r>
              <a:rPr lang="en-US" dirty="0"/>
              <a:t>It was developed for </a:t>
            </a:r>
            <a:r>
              <a:rPr lang="en-US" b="1" dirty="0"/>
              <a:t>Netscape 2</a:t>
            </a:r>
            <a:r>
              <a:rPr lang="en-US" dirty="0"/>
              <a:t>, and became the </a:t>
            </a:r>
            <a:r>
              <a:rPr lang="en-US" b="1" dirty="0"/>
              <a:t>ECMA-262</a:t>
            </a:r>
            <a:r>
              <a:rPr lang="en-US" dirty="0"/>
              <a:t> standard in 1997.</a:t>
            </a:r>
          </a:p>
          <a:p>
            <a:r>
              <a:rPr lang="en-US" dirty="0"/>
              <a:t>After Netscape handed JavaScript over to ECMA, the Mozilla foundation continued to develop JavaScript for the Firefox browser. Mozilla's latest version was 1.8.5. (Identical to ES5).</a:t>
            </a:r>
          </a:p>
          <a:p>
            <a:r>
              <a:rPr lang="en-US" b="1" dirty="0"/>
              <a:t>Internet Explorer</a:t>
            </a:r>
            <a:r>
              <a:rPr lang="en-US" dirty="0"/>
              <a:t> (IE4) was the first browser to support ECMA-262 Edition 1 (ES1).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669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4C92-3926-18D5-45BB-3320580EC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B7978-41C3-EEA2-6DF4-35B4C48B3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What is Java Script?</a:t>
            </a:r>
          </a:p>
          <a:p>
            <a:r>
              <a:rPr lang="en-US" dirty="0"/>
              <a:t>JavaScript is the programming language of the web.</a:t>
            </a:r>
          </a:p>
          <a:p>
            <a:r>
              <a:rPr lang="en-US" dirty="0"/>
              <a:t>It can calculate, manipulate and validate data.</a:t>
            </a:r>
          </a:p>
          <a:p>
            <a:r>
              <a:rPr lang="en-US" dirty="0"/>
              <a:t>It can update and change both HTML and CSS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5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D261B-6202-D9AF-914C-1F9B1897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How to Display data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6AFE4-C22D-9093-282E-F0AEE2DB5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JavaScript can "display" data in different ways:</a:t>
            </a:r>
          </a:p>
          <a:p>
            <a:r>
              <a:rPr lang="en-US" sz="3200" dirty="0"/>
              <a:t>Writing into an HTML element, using </a:t>
            </a:r>
            <a:r>
              <a:rPr lang="en-US" sz="3200" dirty="0" err="1"/>
              <a:t>innerHTML</a:t>
            </a:r>
            <a:r>
              <a:rPr lang="en-US" sz="3200" dirty="0"/>
              <a:t> or </a:t>
            </a:r>
            <a:r>
              <a:rPr lang="en-US" sz="3200" dirty="0" err="1"/>
              <a:t>innerText</a:t>
            </a:r>
            <a:r>
              <a:rPr lang="en-US" sz="3200" dirty="0"/>
              <a:t>.</a:t>
            </a:r>
          </a:p>
          <a:p>
            <a:r>
              <a:rPr lang="en-US" sz="3200" dirty="0"/>
              <a:t>Writing into the HTML output using </a:t>
            </a:r>
            <a:r>
              <a:rPr lang="en-US" sz="3200" dirty="0" err="1"/>
              <a:t>document.write</a:t>
            </a:r>
            <a:r>
              <a:rPr lang="en-US" sz="3200" dirty="0"/>
              <a:t>().</a:t>
            </a:r>
          </a:p>
          <a:p>
            <a:r>
              <a:rPr lang="en-US" sz="3200" dirty="0"/>
              <a:t>Writing into an alert box, using </a:t>
            </a:r>
            <a:r>
              <a:rPr lang="en-US" sz="3200" dirty="0" err="1"/>
              <a:t>window.alert</a:t>
            </a:r>
            <a:r>
              <a:rPr lang="en-US" sz="3200" dirty="0"/>
              <a:t>().</a:t>
            </a:r>
          </a:p>
          <a:p>
            <a:r>
              <a:rPr lang="en-US" sz="3200" dirty="0"/>
              <a:t>Writing into the browser console, using console.log()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08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F5E0-2DEF-9ADA-FCFA-022073F9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JavaScript output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AC625-8817-B259-89A7-A949231FD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Let x =  </a:t>
            </a:r>
            <a:r>
              <a:rPr lang="en-US" dirty="0" err="1"/>
              <a:t>documents.getElementById</a:t>
            </a:r>
            <a:r>
              <a:rPr lang="en-US" dirty="0"/>
              <a:t>(“element”).value;</a:t>
            </a:r>
          </a:p>
          <a:p>
            <a:pPr marL="0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(“element”).</a:t>
            </a:r>
            <a:r>
              <a:rPr lang="en-US" dirty="0" err="1"/>
              <a:t>innerHTML</a:t>
            </a:r>
            <a:r>
              <a:rPr lang="en-US" dirty="0"/>
              <a:t>=value;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x = “Web course”;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(x);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p = “ Web course “;</a:t>
            </a:r>
          </a:p>
          <a:p>
            <a:pPr marL="0" indent="0">
              <a:buNone/>
            </a:pPr>
            <a:r>
              <a:rPr lang="en-US" dirty="0"/>
              <a:t>Alert(p);</a:t>
            </a:r>
          </a:p>
          <a:p>
            <a:pPr marL="0" indent="0">
              <a:buNone/>
            </a:pPr>
            <a:r>
              <a:rPr lang="en-US" dirty="0" err="1"/>
              <a:t>Window.alert</a:t>
            </a:r>
            <a:r>
              <a:rPr lang="en-US" dirty="0"/>
              <a:t>(p);</a:t>
            </a:r>
          </a:p>
        </p:txBody>
      </p:sp>
    </p:spTree>
    <p:extLst>
      <p:ext uri="{BB962C8B-B14F-4D97-AF65-F5344CB8AC3E}">
        <p14:creationId xmlns:p14="http://schemas.microsoft.com/office/powerpoint/2010/main" val="184216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9100-523F-1955-3C18-B9401554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86" y="365125"/>
            <a:ext cx="11164614" cy="691165"/>
          </a:xfrm>
        </p:spPr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B7B45-0582-9118-1216-B168990EA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1340069"/>
            <a:ext cx="11054255" cy="51528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&lt;!DOCTYPE html&gt;</a:t>
            </a:r>
          </a:p>
          <a:p>
            <a:pPr marL="0" indent="0">
              <a:buNone/>
            </a:pPr>
            <a:r>
              <a:rPr lang="en-US" sz="1800" b="1" dirty="0"/>
              <a:t>&lt;html&gt;</a:t>
            </a:r>
          </a:p>
          <a:p>
            <a:pPr marL="0" indent="0">
              <a:buNone/>
            </a:pPr>
            <a:r>
              <a:rPr lang="en-US" sz="1800" b="1" dirty="0"/>
              <a:t>&lt;body&gt;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&lt;h2&gt;My First JavaScript&lt;/h2&gt;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&lt;button type="button"</a:t>
            </a:r>
          </a:p>
          <a:p>
            <a:pPr marL="0" indent="0">
              <a:buNone/>
            </a:pPr>
            <a:r>
              <a:rPr lang="en-US" sz="1800" b="1" dirty="0"/>
              <a:t>onclick="</a:t>
            </a:r>
            <a:r>
              <a:rPr lang="en-US" sz="1800" b="1" dirty="0" err="1"/>
              <a:t>document.getElementById</a:t>
            </a:r>
            <a:r>
              <a:rPr lang="en-US" sz="1800" b="1" dirty="0"/>
              <a:t>('demo').</a:t>
            </a:r>
            <a:r>
              <a:rPr lang="en-US" sz="1800" b="1" dirty="0" err="1"/>
              <a:t>innerHTML</a:t>
            </a:r>
            <a:r>
              <a:rPr lang="en-US" sz="1800" b="1" dirty="0"/>
              <a:t> = Date()"&gt;</a:t>
            </a:r>
          </a:p>
          <a:p>
            <a:pPr marL="0" indent="0">
              <a:buNone/>
            </a:pPr>
            <a:r>
              <a:rPr lang="en-US" sz="1800" b="1" dirty="0"/>
              <a:t>Click me to display Date and Time.&lt;/button&gt;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&lt;p id="demo"&gt;&lt;/p&gt;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&lt;/body&gt;</a:t>
            </a:r>
          </a:p>
          <a:p>
            <a:pPr marL="0" indent="0">
              <a:buNone/>
            </a:pPr>
            <a:r>
              <a:rPr lang="en-US" sz="1800" b="1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08052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0B84-F0D7-5E90-1092-65ED68C1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966A-B4E4-A763-E927-C8B2E2A54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&lt;h2&gt;What Can JavaScript Do?&lt;/h2&gt;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&lt;p id="demo"&gt;JavaScript can change HTML content.&lt;/p&gt;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&lt;button type="button" onclick= ‘</a:t>
            </a: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"Hello JavaScript!"'&gt;Click Me!&lt;/button&gt;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4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A7CC-4734-610E-0287-C9EAB50A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Using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8F012-C75F-8666-6F43-C930936E0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483" y="1450428"/>
            <a:ext cx="11955517" cy="54075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&lt;h1&gt;My Web Page&lt;/h1&gt;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&lt;p id="demo"&gt;&lt;/p&gt;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"&lt;h2&gt;Hello World&lt;/h2&gt;";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292478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387C-2687-D621-B089-FF6A73BF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Button click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27C7-EC61-7A4B-F787-FCEA1AB5E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669" y="1387366"/>
            <a:ext cx="10928131" cy="47895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&lt;h2&gt;My First Web Page&lt;/h2&gt;</a:t>
            </a:r>
          </a:p>
          <a:p>
            <a:pPr marL="0" indent="0">
              <a:buNone/>
            </a:pPr>
            <a:r>
              <a:rPr lang="en-US" dirty="0"/>
              <a:t>&lt;p&gt;My first paragraph.&lt;/p&gt;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&lt;button type="button" onclick="</a:t>
            </a:r>
            <a:r>
              <a:rPr lang="en-US" dirty="0" err="1"/>
              <a:t>document.write</a:t>
            </a:r>
            <a:r>
              <a:rPr lang="en-US" dirty="0"/>
              <a:t>(5 + 6)"&gt;Try it&lt;/button&gt;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88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479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PITP WEB DEVELOPMENT COURSE</vt:lpstr>
      <vt:lpstr>History of Java Script</vt:lpstr>
      <vt:lpstr>Introduction to Java Script</vt:lpstr>
      <vt:lpstr>How to Display data in JavaScript</vt:lpstr>
      <vt:lpstr>JavaScript output functions</vt:lpstr>
      <vt:lpstr>Examples</vt:lpstr>
      <vt:lpstr>Example2</vt:lpstr>
      <vt:lpstr>Using tag</vt:lpstr>
      <vt:lpstr>Button click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8</cp:revision>
  <dcterms:created xsi:type="dcterms:W3CDTF">2025-10-06T03:30:44Z</dcterms:created>
  <dcterms:modified xsi:type="dcterms:W3CDTF">2025-10-06T03:51:22Z</dcterms:modified>
</cp:coreProperties>
</file>